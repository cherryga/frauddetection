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10" r:id="rId2"/>
    <p:sldId id="319" r:id="rId3"/>
    <p:sldId id="325" r:id="rId4"/>
    <p:sldId id="317" r:id="rId5"/>
    <p:sldId id="326" r:id="rId6"/>
    <p:sldId id="327" r:id="rId7"/>
    <p:sldId id="324" r:id="rId8"/>
    <p:sldId id="321" r:id="rId9"/>
  </p:sldIdLst>
  <p:sldSz cx="12188825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95" d="100"/>
          <a:sy n="95" d="100"/>
        </p:scale>
        <p:origin x="206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0C70B3-8661-481B-8DC5-092C1931377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53A562-62E2-426E-9B49-24A03FE79182}">
      <dgm:prSet phldrT="[Text]" phldr="1"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59AD00E6-74F0-4D60-89D2-BAA5C9A8BAA9}" type="parTrans" cxnId="{F6A09128-A3EE-4AC9-A32D-B3BDDAF884E4}">
      <dgm:prSet/>
      <dgm:spPr/>
      <dgm:t>
        <a:bodyPr/>
        <a:lstStyle/>
        <a:p>
          <a:endParaRPr lang="en-US"/>
        </a:p>
      </dgm:t>
    </dgm:pt>
    <dgm:pt modelId="{9CBEAD11-5A00-45C3-970A-5F4E0919E1D0}" type="sibTrans" cxnId="{F6A09128-A3EE-4AC9-A32D-B3BDDAF884E4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014C787B-D1E3-45CD-80EE-F6BED81FB5F5}">
      <dgm:prSet phldrT="[Text]" phldr="1"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426BD84C-8760-440B-8673-0E5D49F2F7BA}" type="parTrans" cxnId="{51141275-CADB-4D62-B88F-CA430D87120F}">
      <dgm:prSet/>
      <dgm:spPr/>
      <dgm:t>
        <a:bodyPr/>
        <a:lstStyle/>
        <a:p>
          <a:endParaRPr lang="en-US"/>
        </a:p>
      </dgm:t>
    </dgm:pt>
    <dgm:pt modelId="{9D0ADD07-6341-4F66-9C97-F3B0253DAABE}" type="sibTrans" cxnId="{51141275-CADB-4D62-B88F-CA430D87120F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D15CFAEA-4901-43D5-A8D9-996C3B7DDC7D}">
      <dgm:prSet phldrT="[Text]" phldr="1"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3B546C8F-EDE7-40E6-A721-D6B00E0136C3}" type="sibTrans" cxnId="{60701E33-2DA8-4894-8C07-DB9670A11C6E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8F37B554-C2E5-48A5-80F6-8DA6916F8703}" type="parTrans" cxnId="{60701E33-2DA8-4894-8C07-DB9670A11C6E}">
      <dgm:prSet/>
      <dgm:spPr/>
      <dgm:t>
        <a:bodyPr/>
        <a:lstStyle/>
        <a:p>
          <a:endParaRPr lang="en-US"/>
        </a:p>
      </dgm:t>
    </dgm:pt>
    <dgm:pt modelId="{CD1CBE48-0897-4C28-A089-B14D3D9512EA}" type="pres">
      <dgm:prSet presAssocID="{690C70B3-8661-481B-8DC5-092C1931377A}" presName="Name0" presStyleCnt="0">
        <dgm:presLayoutVars>
          <dgm:chMax/>
          <dgm:chPref/>
          <dgm:dir/>
          <dgm:animLvl val="lvl"/>
        </dgm:presLayoutVars>
      </dgm:prSet>
      <dgm:spPr/>
    </dgm:pt>
    <dgm:pt modelId="{D41BE65E-F33A-49DF-A106-C7A8681A74B0}" type="pres">
      <dgm:prSet presAssocID="{9B53A562-62E2-426E-9B49-24A03FE79182}" presName="composite" presStyleCnt="0"/>
      <dgm:spPr/>
    </dgm:pt>
    <dgm:pt modelId="{7F3C4A82-0B70-4109-8B7D-2DB728B0BF28}" type="pres">
      <dgm:prSet presAssocID="{9B53A562-62E2-426E-9B49-24A03FE79182}" presName="Parent1" presStyleLbl="node1" presStyleIdx="0" presStyleCnt="6" custScaleX="77956" custScaleY="74000" custLinFactNeighborX="-58216" custLinFactNeighborY="1447">
        <dgm:presLayoutVars>
          <dgm:chMax val="1"/>
          <dgm:chPref val="1"/>
          <dgm:bulletEnabled val="1"/>
        </dgm:presLayoutVars>
      </dgm:prSet>
      <dgm:spPr/>
    </dgm:pt>
    <dgm:pt modelId="{2C788A47-DE48-4E2F-8B59-5CEB57116FE7}" type="pres">
      <dgm:prSet presAssocID="{9B53A562-62E2-426E-9B49-24A03FE79182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296A9E4-1027-4D50-8E04-A172A01D42E9}" type="pres">
      <dgm:prSet presAssocID="{9B53A562-62E2-426E-9B49-24A03FE79182}" presName="BalanceSpacing" presStyleCnt="0"/>
      <dgm:spPr/>
    </dgm:pt>
    <dgm:pt modelId="{8D7C4952-07D5-4590-903E-67DFE1845FFB}" type="pres">
      <dgm:prSet presAssocID="{9B53A562-62E2-426E-9B49-24A03FE79182}" presName="BalanceSpacing1" presStyleCnt="0"/>
      <dgm:spPr/>
    </dgm:pt>
    <dgm:pt modelId="{D4F286DE-9C20-46F3-9DBF-849C3FD85D36}" type="pres">
      <dgm:prSet presAssocID="{9CBEAD11-5A00-45C3-970A-5F4E0919E1D0}" presName="Accent1Text" presStyleLbl="node1" presStyleIdx="1" presStyleCnt="6" custScaleX="79424" custScaleY="78726" custLinFactNeighborX="-34308" custLinFactNeighborY="-1670"/>
      <dgm:spPr/>
    </dgm:pt>
    <dgm:pt modelId="{1764AC94-E41C-48B6-BAF5-92473FE41A69}" type="pres">
      <dgm:prSet presAssocID="{9CBEAD11-5A00-45C3-970A-5F4E0919E1D0}" presName="spaceBetweenRectangles" presStyleCnt="0"/>
      <dgm:spPr/>
    </dgm:pt>
    <dgm:pt modelId="{7DD5849F-2F8E-40FE-A136-E0616BB0A3FA}" type="pres">
      <dgm:prSet presAssocID="{D15CFAEA-4901-43D5-A8D9-996C3B7DDC7D}" presName="composite" presStyleCnt="0"/>
      <dgm:spPr/>
    </dgm:pt>
    <dgm:pt modelId="{B713215D-852E-4622-B70F-0270B2A5E098}" type="pres">
      <dgm:prSet presAssocID="{D15CFAEA-4901-43D5-A8D9-996C3B7DDC7D}" presName="Parent1" presStyleLbl="node1" presStyleIdx="2" presStyleCnt="6" custScaleX="83224" custScaleY="76440" custLinFactNeighborX="-46109" custLinFactNeighborY="-10770">
        <dgm:presLayoutVars>
          <dgm:chMax val="1"/>
          <dgm:chPref val="1"/>
          <dgm:bulletEnabled val="1"/>
        </dgm:presLayoutVars>
      </dgm:prSet>
      <dgm:spPr/>
    </dgm:pt>
    <dgm:pt modelId="{F5EE8F6D-4B65-4AAE-90D3-A4F7F3753CEB}" type="pres">
      <dgm:prSet presAssocID="{D15CFAEA-4901-43D5-A8D9-996C3B7DDC7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40EEA83-691C-484F-A5F2-D2644F0C21E0}" type="pres">
      <dgm:prSet presAssocID="{D15CFAEA-4901-43D5-A8D9-996C3B7DDC7D}" presName="BalanceSpacing" presStyleCnt="0"/>
      <dgm:spPr/>
    </dgm:pt>
    <dgm:pt modelId="{C7109172-29D2-4FDB-87B7-77D779534CA7}" type="pres">
      <dgm:prSet presAssocID="{D15CFAEA-4901-43D5-A8D9-996C3B7DDC7D}" presName="BalanceSpacing1" presStyleCnt="0"/>
      <dgm:spPr/>
    </dgm:pt>
    <dgm:pt modelId="{CD8B9F87-B409-4C4E-B357-991591C58F69}" type="pres">
      <dgm:prSet presAssocID="{3B546C8F-EDE7-40E6-A721-D6B00E0136C3}" presName="Accent1Text" presStyleLbl="node1" presStyleIdx="3" presStyleCnt="6" custScaleX="74836" custScaleY="75473" custLinFactNeighborX="-69195" custLinFactNeighborY="-9349"/>
      <dgm:spPr/>
    </dgm:pt>
    <dgm:pt modelId="{1E42463A-BB31-4A86-AA90-5114648180E6}" type="pres">
      <dgm:prSet presAssocID="{3B546C8F-EDE7-40E6-A721-D6B00E0136C3}" presName="spaceBetweenRectangles" presStyleCnt="0"/>
      <dgm:spPr/>
    </dgm:pt>
    <dgm:pt modelId="{13A1EC8B-668E-4954-9F37-465C729B32AD}" type="pres">
      <dgm:prSet presAssocID="{014C787B-D1E3-45CD-80EE-F6BED81FB5F5}" presName="composite" presStyleCnt="0"/>
      <dgm:spPr/>
    </dgm:pt>
    <dgm:pt modelId="{A74FB9ED-3CB0-4910-AF32-BB76B25E0B15}" type="pres">
      <dgm:prSet presAssocID="{014C787B-D1E3-45CD-80EE-F6BED81FB5F5}" presName="Parent1" presStyleLbl="node1" presStyleIdx="4" presStyleCnt="6" custScaleX="72663" custScaleY="70856" custLinFactNeighborX="-56441" custLinFactNeighborY="-36312">
        <dgm:presLayoutVars>
          <dgm:chMax val="1"/>
          <dgm:chPref val="1"/>
          <dgm:bulletEnabled val="1"/>
        </dgm:presLayoutVars>
      </dgm:prSet>
      <dgm:spPr/>
    </dgm:pt>
    <dgm:pt modelId="{4DFFBB74-8B24-4EB5-8C9A-BA9C63C5A57B}" type="pres">
      <dgm:prSet presAssocID="{014C787B-D1E3-45CD-80EE-F6BED81FB5F5}" presName="Childtext1" presStyleLbl="revTx" presStyleIdx="2" presStyleCnt="3" custScaleX="103169">
        <dgm:presLayoutVars>
          <dgm:chMax val="0"/>
          <dgm:chPref val="0"/>
          <dgm:bulletEnabled val="1"/>
        </dgm:presLayoutVars>
      </dgm:prSet>
      <dgm:spPr/>
    </dgm:pt>
    <dgm:pt modelId="{6CC980EC-F2A7-491F-B3D1-290B02B1A29D}" type="pres">
      <dgm:prSet presAssocID="{014C787B-D1E3-45CD-80EE-F6BED81FB5F5}" presName="BalanceSpacing" presStyleCnt="0"/>
      <dgm:spPr/>
    </dgm:pt>
    <dgm:pt modelId="{D9C3ECF9-F084-4E1C-A5AC-C9CF27634BA1}" type="pres">
      <dgm:prSet presAssocID="{014C787B-D1E3-45CD-80EE-F6BED81FB5F5}" presName="BalanceSpacing1" presStyleCnt="0"/>
      <dgm:spPr/>
    </dgm:pt>
    <dgm:pt modelId="{25E37AA6-4AA3-47BE-BE2D-E9062776F722}" type="pres">
      <dgm:prSet presAssocID="{9D0ADD07-6341-4F66-9C97-F3B0253DAABE}" presName="Accent1Text" presStyleLbl="node1" presStyleIdx="5" presStyleCnt="6" custScaleX="79121" custScaleY="75693" custLinFactNeighborX="-29761" custLinFactNeighborY="-32265"/>
      <dgm:spPr/>
    </dgm:pt>
  </dgm:ptLst>
  <dgm:cxnLst>
    <dgm:cxn modelId="{C322C706-5BAE-4DF2-AA2E-CD7E30623107}" type="presOf" srcId="{3B546C8F-EDE7-40E6-A721-D6B00E0136C3}" destId="{CD8B9F87-B409-4C4E-B357-991591C58F69}" srcOrd="0" destOrd="0" presId="urn:microsoft.com/office/officeart/2008/layout/AlternatingHexagons"/>
    <dgm:cxn modelId="{2229BB12-E435-4D5D-93F8-4234A879E9FD}" type="presOf" srcId="{690C70B3-8661-481B-8DC5-092C1931377A}" destId="{CD1CBE48-0897-4C28-A089-B14D3D9512EA}" srcOrd="0" destOrd="0" presId="urn:microsoft.com/office/officeart/2008/layout/AlternatingHexagons"/>
    <dgm:cxn modelId="{94571824-E1F6-4CCA-B666-DAA933164528}" type="presOf" srcId="{9D0ADD07-6341-4F66-9C97-F3B0253DAABE}" destId="{25E37AA6-4AA3-47BE-BE2D-E9062776F722}" srcOrd="0" destOrd="0" presId="urn:microsoft.com/office/officeart/2008/layout/AlternatingHexagons"/>
    <dgm:cxn modelId="{F6A09128-A3EE-4AC9-A32D-B3BDDAF884E4}" srcId="{690C70B3-8661-481B-8DC5-092C1931377A}" destId="{9B53A562-62E2-426E-9B49-24A03FE79182}" srcOrd="0" destOrd="0" parTransId="{59AD00E6-74F0-4D60-89D2-BAA5C9A8BAA9}" sibTransId="{9CBEAD11-5A00-45C3-970A-5F4E0919E1D0}"/>
    <dgm:cxn modelId="{60701E33-2DA8-4894-8C07-DB9670A11C6E}" srcId="{690C70B3-8661-481B-8DC5-092C1931377A}" destId="{D15CFAEA-4901-43D5-A8D9-996C3B7DDC7D}" srcOrd="1" destOrd="0" parTransId="{8F37B554-C2E5-48A5-80F6-8DA6916F8703}" sibTransId="{3B546C8F-EDE7-40E6-A721-D6B00E0136C3}"/>
    <dgm:cxn modelId="{51141275-CADB-4D62-B88F-CA430D87120F}" srcId="{690C70B3-8661-481B-8DC5-092C1931377A}" destId="{014C787B-D1E3-45CD-80EE-F6BED81FB5F5}" srcOrd="2" destOrd="0" parTransId="{426BD84C-8760-440B-8673-0E5D49F2F7BA}" sibTransId="{9D0ADD07-6341-4F66-9C97-F3B0253DAABE}"/>
    <dgm:cxn modelId="{1785827F-BB37-4A70-8552-AB0ABBD167A7}" type="presOf" srcId="{014C787B-D1E3-45CD-80EE-F6BED81FB5F5}" destId="{A74FB9ED-3CB0-4910-AF32-BB76B25E0B15}" srcOrd="0" destOrd="0" presId="urn:microsoft.com/office/officeart/2008/layout/AlternatingHexagons"/>
    <dgm:cxn modelId="{EAA5318D-A629-4050-BCD7-F45A20EC5E2D}" type="presOf" srcId="{D15CFAEA-4901-43D5-A8D9-996C3B7DDC7D}" destId="{B713215D-852E-4622-B70F-0270B2A5E098}" srcOrd="0" destOrd="0" presId="urn:microsoft.com/office/officeart/2008/layout/AlternatingHexagons"/>
    <dgm:cxn modelId="{CBDF3E92-CCDE-4484-B4C7-860FFA0B4336}" type="presOf" srcId="{9B53A562-62E2-426E-9B49-24A03FE79182}" destId="{7F3C4A82-0B70-4109-8B7D-2DB728B0BF28}" srcOrd="0" destOrd="0" presId="urn:microsoft.com/office/officeart/2008/layout/AlternatingHexagons"/>
    <dgm:cxn modelId="{CB4F38B4-E898-4846-A2E8-1377ECC62CDD}" type="presOf" srcId="{9CBEAD11-5A00-45C3-970A-5F4E0919E1D0}" destId="{D4F286DE-9C20-46F3-9DBF-849C3FD85D36}" srcOrd="0" destOrd="0" presId="urn:microsoft.com/office/officeart/2008/layout/AlternatingHexagons"/>
    <dgm:cxn modelId="{74B6343B-BEFB-48DE-961F-825D8BAB7948}" type="presParOf" srcId="{CD1CBE48-0897-4C28-A089-B14D3D9512EA}" destId="{D41BE65E-F33A-49DF-A106-C7A8681A74B0}" srcOrd="0" destOrd="0" presId="urn:microsoft.com/office/officeart/2008/layout/AlternatingHexagons"/>
    <dgm:cxn modelId="{97AA63DB-C3D4-4B12-AA8C-2966FF0F331F}" type="presParOf" srcId="{D41BE65E-F33A-49DF-A106-C7A8681A74B0}" destId="{7F3C4A82-0B70-4109-8B7D-2DB728B0BF28}" srcOrd="0" destOrd="0" presId="urn:microsoft.com/office/officeart/2008/layout/AlternatingHexagons"/>
    <dgm:cxn modelId="{D0325FAD-3648-4DEC-A272-1646C7C17E9A}" type="presParOf" srcId="{D41BE65E-F33A-49DF-A106-C7A8681A74B0}" destId="{2C788A47-DE48-4E2F-8B59-5CEB57116FE7}" srcOrd="1" destOrd="0" presId="urn:microsoft.com/office/officeart/2008/layout/AlternatingHexagons"/>
    <dgm:cxn modelId="{22AC08F2-AC30-4E9A-8CDC-7A1B6EBCCDDA}" type="presParOf" srcId="{D41BE65E-F33A-49DF-A106-C7A8681A74B0}" destId="{1296A9E4-1027-4D50-8E04-A172A01D42E9}" srcOrd="2" destOrd="0" presId="urn:microsoft.com/office/officeart/2008/layout/AlternatingHexagons"/>
    <dgm:cxn modelId="{A5A4D9F3-20AD-498E-84C8-172E6F0AB11B}" type="presParOf" srcId="{D41BE65E-F33A-49DF-A106-C7A8681A74B0}" destId="{8D7C4952-07D5-4590-903E-67DFE1845FFB}" srcOrd="3" destOrd="0" presId="urn:microsoft.com/office/officeart/2008/layout/AlternatingHexagons"/>
    <dgm:cxn modelId="{8B8DEEAA-1D1D-4E2A-B51B-A38632506F8D}" type="presParOf" srcId="{D41BE65E-F33A-49DF-A106-C7A8681A74B0}" destId="{D4F286DE-9C20-46F3-9DBF-849C3FD85D36}" srcOrd="4" destOrd="0" presId="urn:microsoft.com/office/officeart/2008/layout/AlternatingHexagons"/>
    <dgm:cxn modelId="{3F474D67-BB8F-427B-8272-689147BF903B}" type="presParOf" srcId="{CD1CBE48-0897-4C28-A089-B14D3D9512EA}" destId="{1764AC94-E41C-48B6-BAF5-92473FE41A69}" srcOrd="1" destOrd="0" presId="urn:microsoft.com/office/officeart/2008/layout/AlternatingHexagons"/>
    <dgm:cxn modelId="{7130EB5D-16DE-4FD3-8819-1D9042506F95}" type="presParOf" srcId="{CD1CBE48-0897-4C28-A089-B14D3D9512EA}" destId="{7DD5849F-2F8E-40FE-A136-E0616BB0A3FA}" srcOrd="2" destOrd="0" presId="urn:microsoft.com/office/officeart/2008/layout/AlternatingHexagons"/>
    <dgm:cxn modelId="{8761E27E-1BAE-49D1-A0D9-250012E21F53}" type="presParOf" srcId="{7DD5849F-2F8E-40FE-A136-E0616BB0A3FA}" destId="{B713215D-852E-4622-B70F-0270B2A5E098}" srcOrd="0" destOrd="0" presId="urn:microsoft.com/office/officeart/2008/layout/AlternatingHexagons"/>
    <dgm:cxn modelId="{704BA544-7522-4B71-B4F8-5C168C647535}" type="presParOf" srcId="{7DD5849F-2F8E-40FE-A136-E0616BB0A3FA}" destId="{F5EE8F6D-4B65-4AAE-90D3-A4F7F3753CEB}" srcOrd="1" destOrd="0" presId="urn:microsoft.com/office/officeart/2008/layout/AlternatingHexagons"/>
    <dgm:cxn modelId="{E57E097F-C917-4767-B42F-C35465F0CFDC}" type="presParOf" srcId="{7DD5849F-2F8E-40FE-A136-E0616BB0A3FA}" destId="{C40EEA83-691C-484F-A5F2-D2644F0C21E0}" srcOrd="2" destOrd="0" presId="urn:microsoft.com/office/officeart/2008/layout/AlternatingHexagons"/>
    <dgm:cxn modelId="{868AA41D-A0CD-463F-AA45-41046C2BED26}" type="presParOf" srcId="{7DD5849F-2F8E-40FE-A136-E0616BB0A3FA}" destId="{C7109172-29D2-4FDB-87B7-77D779534CA7}" srcOrd="3" destOrd="0" presId="urn:microsoft.com/office/officeart/2008/layout/AlternatingHexagons"/>
    <dgm:cxn modelId="{3F9111FB-1B7C-4ED0-830B-A91A55C1DE34}" type="presParOf" srcId="{7DD5849F-2F8E-40FE-A136-E0616BB0A3FA}" destId="{CD8B9F87-B409-4C4E-B357-991591C58F69}" srcOrd="4" destOrd="0" presId="urn:microsoft.com/office/officeart/2008/layout/AlternatingHexagons"/>
    <dgm:cxn modelId="{279063A5-E779-4D69-8E7F-8A3577FD4AD7}" type="presParOf" srcId="{CD1CBE48-0897-4C28-A089-B14D3D9512EA}" destId="{1E42463A-BB31-4A86-AA90-5114648180E6}" srcOrd="3" destOrd="0" presId="urn:microsoft.com/office/officeart/2008/layout/AlternatingHexagons"/>
    <dgm:cxn modelId="{524C6DD1-05E5-4294-BBAF-A8C1313EB702}" type="presParOf" srcId="{CD1CBE48-0897-4C28-A089-B14D3D9512EA}" destId="{13A1EC8B-668E-4954-9F37-465C729B32AD}" srcOrd="4" destOrd="0" presId="urn:microsoft.com/office/officeart/2008/layout/AlternatingHexagons"/>
    <dgm:cxn modelId="{FBDA4CD5-D518-49CD-B2D1-9507343CDC5C}" type="presParOf" srcId="{13A1EC8B-668E-4954-9F37-465C729B32AD}" destId="{A74FB9ED-3CB0-4910-AF32-BB76B25E0B15}" srcOrd="0" destOrd="0" presId="urn:microsoft.com/office/officeart/2008/layout/AlternatingHexagons"/>
    <dgm:cxn modelId="{3523AB81-AEE3-4466-82D7-A669D233FF75}" type="presParOf" srcId="{13A1EC8B-668E-4954-9F37-465C729B32AD}" destId="{4DFFBB74-8B24-4EB5-8C9A-BA9C63C5A57B}" srcOrd="1" destOrd="0" presId="urn:microsoft.com/office/officeart/2008/layout/AlternatingHexagons"/>
    <dgm:cxn modelId="{6304D1AE-2DB9-4DEF-AEC8-8F7587F182E1}" type="presParOf" srcId="{13A1EC8B-668E-4954-9F37-465C729B32AD}" destId="{6CC980EC-F2A7-491F-B3D1-290B02B1A29D}" srcOrd="2" destOrd="0" presId="urn:microsoft.com/office/officeart/2008/layout/AlternatingHexagons"/>
    <dgm:cxn modelId="{41D49DF5-F99C-4C2B-82C0-4A370772B878}" type="presParOf" srcId="{13A1EC8B-668E-4954-9F37-465C729B32AD}" destId="{D9C3ECF9-F084-4E1C-A5AC-C9CF27634BA1}" srcOrd="3" destOrd="0" presId="urn:microsoft.com/office/officeart/2008/layout/AlternatingHexagons"/>
    <dgm:cxn modelId="{83B84E29-D287-4794-AAFA-E1BFD28ABE5B}" type="presParOf" srcId="{13A1EC8B-668E-4954-9F37-465C729B32AD}" destId="{25E37AA6-4AA3-47BE-BE2D-E9062776F72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0C70B3-8661-481B-8DC5-092C1931377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9B53A562-62E2-426E-9B49-24A03FE79182}">
      <dgm:prSet phldrT="[Text]" phldr="1"/>
      <dgm:spPr/>
      <dgm:t>
        <a:bodyPr/>
        <a:lstStyle/>
        <a:p>
          <a:endParaRPr lang="en-US" dirty="0"/>
        </a:p>
      </dgm:t>
    </dgm:pt>
    <dgm:pt modelId="{59AD00E6-74F0-4D60-89D2-BAA5C9A8BAA9}" type="parTrans" cxnId="{F6A09128-A3EE-4AC9-A32D-B3BDDAF884E4}">
      <dgm:prSet/>
      <dgm:spPr/>
      <dgm:t>
        <a:bodyPr/>
        <a:lstStyle/>
        <a:p>
          <a:endParaRPr lang="en-US"/>
        </a:p>
      </dgm:t>
    </dgm:pt>
    <dgm:pt modelId="{9CBEAD11-5A00-45C3-970A-5F4E0919E1D0}" type="sibTrans" cxnId="{F6A09128-A3EE-4AC9-A32D-B3BDDAF884E4}">
      <dgm:prSet/>
      <dgm:spPr/>
      <dgm:t>
        <a:bodyPr/>
        <a:lstStyle/>
        <a:p>
          <a:endParaRPr lang="en-US"/>
        </a:p>
      </dgm:t>
    </dgm:pt>
    <dgm:pt modelId="{014C787B-D1E3-45CD-80EE-F6BED81FB5F5}">
      <dgm:prSet phldrT="[Text]" phldr="1"/>
      <dgm:spPr/>
      <dgm:t>
        <a:bodyPr/>
        <a:lstStyle/>
        <a:p>
          <a:endParaRPr lang="en-US" dirty="0"/>
        </a:p>
      </dgm:t>
    </dgm:pt>
    <dgm:pt modelId="{426BD84C-8760-440B-8673-0E5D49F2F7BA}" type="parTrans" cxnId="{51141275-CADB-4D62-B88F-CA430D87120F}">
      <dgm:prSet/>
      <dgm:spPr/>
      <dgm:t>
        <a:bodyPr/>
        <a:lstStyle/>
        <a:p>
          <a:endParaRPr lang="en-US"/>
        </a:p>
      </dgm:t>
    </dgm:pt>
    <dgm:pt modelId="{9D0ADD07-6341-4F66-9C97-F3B0253DAABE}" type="sibTrans" cxnId="{51141275-CADB-4D62-B88F-CA430D87120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D15CFAEA-4901-43D5-A8D9-996C3B7DDC7D}">
      <dgm:prSet phldrT="[Text]" phldr="1"/>
      <dgm:spPr/>
      <dgm:t>
        <a:bodyPr/>
        <a:lstStyle/>
        <a:p>
          <a:endParaRPr lang="en-US" dirty="0"/>
        </a:p>
      </dgm:t>
    </dgm:pt>
    <dgm:pt modelId="{3B546C8F-EDE7-40E6-A721-D6B00E0136C3}" type="sibTrans" cxnId="{60701E33-2DA8-4894-8C07-DB9670A11C6E}">
      <dgm:prSet/>
      <dgm:spPr/>
      <dgm:t>
        <a:bodyPr/>
        <a:lstStyle/>
        <a:p>
          <a:endParaRPr lang="en-US"/>
        </a:p>
      </dgm:t>
    </dgm:pt>
    <dgm:pt modelId="{8F37B554-C2E5-48A5-80F6-8DA6916F8703}" type="parTrans" cxnId="{60701E33-2DA8-4894-8C07-DB9670A11C6E}">
      <dgm:prSet/>
      <dgm:spPr/>
      <dgm:t>
        <a:bodyPr/>
        <a:lstStyle/>
        <a:p>
          <a:endParaRPr lang="en-US"/>
        </a:p>
      </dgm:t>
    </dgm:pt>
    <dgm:pt modelId="{CD1CBE48-0897-4C28-A089-B14D3D9512EA}" type="pres">
      <dgm:prSet presAssocID="{690C70B3-8661-481B-8DC5-092C1931377A}" presName="Name0" presStyleCnt="0">
        <dgm:presLayoutVars>
          <dgm:chMax/>
          <dgm:chPref/>
          <dgm:dir/>
          <dgm:animLvl val="lvl"/>
        </dgm:presLayoutVars>
      </dgm:prSet>
      <dgm:spPr/>
    </dgm:pt>
    <dgm:pt modelId="{D41BE65E-F33A-49DF-A106-C7A8681A74B0}" type="pres">
      <dgm:prSet presAssocID="{9B53A562-62E2-426E-9B49-24A03FE79182}" presName="composite" presStyleCnt="0"/>
      <dgm:spPr/>
    </dgm:pt>
    <dgm:pt modelId="{7F3C4A82-0B70-4109-8B7D-2DB728B0BF28}" type="pres">
      <dgm:prSet presAssocID="{9B53A562-62E2-426E-9B49-24A03FE79182}" presName="Parent1" presStyleLbl="node1" presStyleIdx="0" presStyleCnt="6" custScaleX="77956" custScaleY="74000" custLinFactNeighborX="-50853" custLinFactNeighborY="-63">
        <dgm:presLayoutVars>
          <dgm:chMax val="1"/>
          <dgm:chPref val="1"/>
          <dgm:bulletEnabled val="1"/>
        </dgm:presLayoutVars>
      </dgm:prSet>
      <dgm:spPr/>
    </dgm:pt>
    <dgm:pt modelId="{2C788A47-DE48-4E2F-8B59-5CEB57116FE7}" type="pres">
      <dgm:prSet presAssocID="{9B53A562-62E2-426E-9B49-24A03FE79182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296A9E4-1027-4D50-8E04-A172A01D42E9}" type="pres">
      <dgm:prSet presAssocID="{9B53A562-62E2-426E-9B49-24A03FE79182}" presName="BalanceSpacing" presStyleCnt="0"/>
      <dgm:spPr/>
    </dgm:pt>
    <dgm:pt modelId="{8D7C4952-07D5-4590-903E-67DFE1845FFB}" type="pres">
      <dgm:prSet presAssocID="{9B53A562-62E2-426E-9B49-24A03FE79182}" presName="BalanceSpacing1" presStyleCnt="0"/>
      <dgm:spPr/>
    </dgm:pt>
    <dgm:pt modelId="{D4F286DE-9C20-46F3-9DBF-849C3FD85D36}" type="pres">
      <dgm:prSet presAssocID="{9CBEAD11-5A00-45C3-970A-5F4E0919E1D0}" presName="Accent1Text" presStyleLbl="node1" presStyleIdx="1" presStyleCnt="6" custScaleX="79424" custScaleY="78726" custLinFactNeighborX="-29301" custLinFactNeighborY="-1274"/>
      <dgm:spPr/>
    </dgm:pt>
    <dgm:pt modelId="{1764AC94-E41C-48B6-BAF5-92473FE41A69}" type="pres">
      <dgm:prSet presAssocID="{9CBEAD11-5A00-45C3-970A-5F4E0919E1D0}" presName="spaceBetweenRectangles" presStyleCnt="0"/>
      <dgm:spPr/>
    </dgm:pt>
    <dgm:pt modelId="{7DD5849F-2F8E-40FE-A136-E0616BB0A3FA}" type="pres">
      <dgm:prSet presAssocID="{D15CFAEA-4901-43D5-A8D9-996C3B7DDC7D}" presName="composite" presStyleCnt="0"/>
      <dgm:spPr/>
    </dgm:pt>
    <dgm:pt modelId="{B713215D-852E-4622-B70F-0270B2A5E098}" type="pres">
      <dgm:prSet presAssocID="{D15CFAEA-4901-43D5-A8D9-996C3B7DDC7D}" presName="Parent1" presStyleLbl="node1" presStyleIdx="2" presStyleCnt="6" custScaleX="83224" custScaleY="76440" custLinFactNeighborX="-42200" custLinFactNeighborY="-10410">
        <dgm:presLayoutVars>
          <dgm:chMax val="1"/>
          <dgm:chPref val="1"/>
          <dgm:bulletEnabled val="1"/>
        </dgm:presLayoutVars>
      </dgm:prSet>
      <dgm:spPr/>
    </dgm:pt>
    <dgm:pt modelId="{F5EE8F6D-4B65-4AAE-90D3-A4F7F3753CEB}" type="pres">
      <dgm:prSet presAssocID="{D15CFAEA-4901-43D5-A8D9-996C3B7DDC7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40EEA83-691C-484F-A5F2-D2644F0C21E0}" type="pres">
      <dgm:prSet presAssocID="{D15CFAEA-4901-43D5-A8D9-996C3B7DDC7D}" presName="BalanceSpacing" presStyleCnt="0"/>
      <dgm:spPr/>
    </dgm:pt>
    <dgm:pt modelId="{C7109172-29D2-4FDB-87B7-77D779534CA7}" type="pres">
      <dgm:prSet presAssocID="{D15CFAEA-4901-43D5-A8D9-996C3B7DDC7D}" presName="BalanceSpacing1" presStyleCnt="0"/>
      <dgm:spPr/>
    </dgm:pt>
    <dgm:pt modelId="{CD8B9F87-B409-4C4E-B357-991591C58F69}" type="pres">
      <dgm:prSet presAssocID="{3B546C8F-EDE7-40E6-A721-D6B00E0136C3}" presName="Accent1Text" presStyleLbl="node1" presStyleIdx="3" presStyleCnt="6" custScaleX="74836" custScaleY="75473" custLinFactNeighborX="-62730" custLinFactNeighborY="-11441"/>
      <dgm:spPr/>
    </dgm:pt>
    <dgm:pt modelId="{1E42463A-BB31-4A86-AA90-5114648180E6}" type="pres">
      <dgm:prSet presAssocID="{3B546C8F-EDE7-40E6-A721-D6B00E0136C3}" presName="spaceBetweenRectangles" presStyleCnt="0"/>
      <dgm:spPr/>
    </dgm:pt>
    <dgm:pt modelId="{13A1EC8B-668E-4954-9F37-465C729B32AD}" type="pres">
      <dgm:prSet presAssocID="{014C787B-D1E3-45CD-80EE-F6BED81FB5F5}" presName="composite" presStyleCnt="0"/>
      <dgm:spPr/>
    </dgm:pt>
    <dgm:pt modelId="{A74FB9ED-3CB0-4910-AF32-BB76B25E0B15}" type="pres">
      <dgm:prSet presAssocID="{014C787B-D1E3-45CD-80EE-F6BED81FB5F5}" presName="Parent1" presStyleLbl="node1" presStyleIdx="4" presStyleCnt="6" custScaleX="72663" custScaleY="70856" custLinFactNeighborX="-52483" custLinFactNeighborY="-34439">
        <dgm:presLayoutVars>
          <dgm:chMax val="1"/>
          <dgm:chPref val="1"/>
          <dgm:bulletEnabled val="1"/>
        </dgm:presLayoutVars>
      </dgm:prSet>
      <dgm:spPr/>
    </dgm:pt>
    <dgm:pt modelId="{4DFFBB74-8B24-4EB5-8C9A-BA9C63C5A57B}" type="pres">
      <dgm:prSet presAssocID="{014C787B-D1E3-45CD-80EE-F6BED81FB5F5}" presName="Childtext1" presStyleLbl="revTx" presStyleIdx="2" presStyleCnt="3" custScaleX="103169">
        <dgm:presLayoutVars>
          <dgm:chMax val="0"/>
          <dgm:chPref val="0"/>
          <dgm:bulletEnabled val="1"/>
        </dgm:presLayoutVars>
      </dgm:prSet>
      <dgm:spPr/>
    </dgm:pt>
    <dgm:pt modelId="{6CC980EC-F2A7-491F-B3D1-290B02B1A29D}" type="pres">
      <dgm:prSet presAssocID="{014C787B-D1E3-45CD-80EE-F6BED81FB5F5}" presName="BalanceSpacing" presStyleCnt="0"/>
      <dgm:spPr/>
    </dgm:pt>
    <dgm:pt modelId="{D9C3ECF9-F084-4E1C-A5AC-C9CF27634BA1}" type="pres">
      <dgm:prSet presAssocID="{014C787B-D1E3-45CD-80EE-F6BED81FB5F5}" presName="BalanceSpacing1" presStyleCnt="0"/>
      <dgm:spPr/>
    </dgm:pt>
    <dgm:pt modelId="{25E37AA6-4AA3-47BE-BE2D-E9062776F722}" type="pres">
      <dgm:prSet presAssocID="{9D0ADD07-6341-4F66-9C97-F3B0253DAABE}" presName="Accent1Text" presStyleLbl="node1" presStyleIdx="5" presStyleCnt="6" custScaleX="79121" custScaleY="75693" custLinFactNeighborX="-29762" custLinFactNeighborY="-28145"/>
      <dgm:spPr/>
    </dgm:pt>
  </dgm:ptLst>
  <dgm:cxnLst>
    <dgm:cxn modelId="{C322C706-5BAE-4DF2-AA2E-CD7E30623107}" type="presOf" srcId="{3B546C8F-EDE7-40E6-A721-D6B00E0136C3}" destId="{CD8B9F87-B409-4C4E-B357-991591C58F69}" srcOrd="0" destOrd="0" presId="urn:microsoft.com/office/officeart/2008/layout/AlternatingHexagons"/>
    <dgm:cxn modelId="{2229BB12-E435-4D5D-93F8-4234A879E9FD}" type="presOf" srcId="{690C70B3-8661-481B-8DC5-092C1931377A}" destId="{CD1CBE48-0897-4C28-A089-B14D3D9512EA}" srcOrd="0" destOrd="0" presId="urn:microsoft.com/office/officeart/2008/layout/AlternatingHexagons"/>
    <dgm:cxn modelId="{94571824-E1F6-4CCA-B666-DAA933164528}" type="presOf" srcId="{9D0ADD07-6341-4F66-9C97-F3B0253DAABE}" destId="{25E37AA6-4AA3-47BE-BE2D-E9062776F722}" srcOrd="0" destOrd="0" presId="urn:microsoft.com/office/officeart/2008/layout/AlternatingHexagons"/>
    <dgm:cxn modelId="{F6A09128-A3EE-4AC9-A32D-B3BDDAF884E4}" srcId="{690C70B3-8661-481B-8DC5-092C1931377A}" destId="{9B53A562-62E2-426E-9B49-24A03FE79182}" srcOrd="0" destOrd="0" parTransId="{59AD00E6-74F0-4D60-89D2-BAA5C9A8BAA9}" sibTransId="{9CBEAD11-5A00-45C3-970A-5F4E0919E1D0}"/>
    <dgm:cxn modelId="{60701E33-2DA8-4894-8C07-DB9670A11C6E}" srcId="{690C70B3-8661-481B-8DC5-092C1931377A}" destId="{D15CFAEA-4901-43D5-A8D9-996C3B7DDC7D}" srcOrd="1" destOrd="0" parTransId="{8F37B554-C2E5-48A5-80F6-8DA6916F8703}" sibTransId="{3B546C8F-EDE7-40E6-A721-D6B00E0136C3}"/>
    <dgm:cxn modelId="{51141275-CADB-4D62-B88F-CA430D87120F}" srcId="{690C70B3-8661-481B-8DC5-092C1931377A}" destId="{014C787B-D1E3-45CD-80EE-F6BED81FB5F5}" srcOrd="2" destOrd="0" parTransId="{426BD84C-8760-440B-8673-0E5D49F2F7BA}" sibTransId="{9D0ADD07-6341-4F66-9C97-F3B0253DAABE}"/>
    <dgm:cxn modelId="{1785827F-BB37-4A70-8552-AB0ABBD167A7}" type="presOf" srcId="{014C787B-D1E3-45CD-80EE-F6BED81FB5F5}" destId="{A74FB9ED-3CB0-4910-AF32-BB76B25E0B15}" srcOrd="0" destOrd="0" presId="urn:microsoft.com/office/officeart/2008/layout/AlternatingHexagons"/>
    <dgm:cxn modelId="{EAA5318D-A629-4050-BCD7-F45A20EC5E2D}" type="presOf" srcId="{D15CFAEA-4901-43D5-A8D9-996C3B7DDC7D}" destId="{B713215D-852E-4622-B70F-0270B2A5E098}" srcOrd="0" destOrd="0" presId="urn:microsoft.com/office/officeart/2008/layout/AlternatingHexagons"/>
    <dgm:cxn modelId="{CBDF3E92-CCDE-4484-B4C7-860FFA0B4336}" type="presOf" srcId="{9B53A562-62E2-426E-9B49-24A03FE79182}" destId="{7F3C4A82-0B70-4109-8B7D-2DB728B0BF28}" srcOrd="0" destOrd="0" presId="urn:microsoft.com/office/officeart/2008/layout/AlternatingHexagons"/>
    <dgm:cxn modelId="{CB4F38B4-E898-4846-A2E8-1377ECC62CDD}" type="presOf" srcId="{9CBEAD11-5A00-45C3-970A-5F4E0919E1D0}" destId="{D4F286DE-9C20-46F3-9DBF-849C3FD85D36}" srcOrd="0" destOrd="0" presId="urn:microsoft.com/office/officeart/2008/layout/AlternatingHexagons"/>
    <dgm:cxn modelId="{74B6343B-BEFB-48DE-961F-825D8BAB7948}" type="presParOf" srcId="{CD1CBE48-0897-4C28-A089-B14D3D9512EA}" destId="{D41BE65E-F33A-49DF-A106-C7A8681A74B0}" srcOrd="0" destOrd="0" presId="urn:microsoft.com/office/officeart/2008/layout/AlternatingHexagons"/>
    <dgm:cxn modelId="{97AA63DB-C3D4-4B12-AA8C-2966FF0F331F}" type="presParOf" srcId="{D41BE65E-F33A-49DF-A106-C7A8681A74B0}" destId="{7F3C4A82-0B70-4109-8B7D-2DB728B0BF28}" srcOrd="0" destOrd="0" presId="urn:microsoft.com/office/officeart/2008/layout/AlternatingHexagons"/>
    <dgm:cxn modelId="{D0325FAD-3648-4DEC-A272-1646C7C17E9A}" type="presParOf" srcId="{D41BE65E-F33A-49DF-A106-C7A8681A74B0}" destId="{2C788A47-DE48-4E2F-8B59-5CEB57116FE7}" srcOrd="1" destOrd="0" presId="urn:microsoft.com/office/officeart/2008/layout/AlternatingHexagons"/>
    <dgm:cxn modelId="{22AC08F2-AC30-4E9A-8CDC-7A1B6EBCCDDA}" type="presParOf" srcId="{D41BE65E-F33A-49DF-A106-C7A8681A74B0}" destId="{1296A9E4-1027-4D50-8E04-A172A01D42E9}" srcOrd="2" destOrd="0" presId="urn:microsoft.com/office/officeart/2008/layout/AlternatingHexagons"/>
    <dgm:cxn modelId="{A5A4D9F3-20AD-498E-84C8-172E6F0AB11B}" type="presParOf" srcId="{D41BE65E-F33A-49DF-A106-C7A8681A74B0}" destId="{8D7C4952-07D5-4590-903E-67DFE1845FFB}" srcOrd="3" destOrd="0" presId="urn:microsoft.com/office/officeart/2008/layout/AlternatingHexagons"/>
    <dgm:cxn modelId="{8B8DEEAA-1D1D-4E2A-B51B-A38632506F8D}" type="presParOf" srcId="{D41BE65E-F33A-49DF-A106-C7A8681A74B0}" destId="{D4F286DE-9C20-46F3-9DBF-849C3FD85D36}" srcOrd="4" destOrd="0" presId="urn:microsoft.com/office/officeart/2008/layout/AlternatingHexagons"/>
    <dgm:cxn modelId="{3F474D67-BB8F-427B-8272-689147BF903B}" type="presParOf" srcId="{CD1CBE48-0897-4C28-A089-B14D3D9512EA}" destId="{1764AC94-E41C-48B6-BAF5-92473FE41A69}" srcOrd="1" destOrd="0" presId="urn:microsoft.com/office/officeart/2008/layout/AlternatingHexagons"/>
    <dgm:cxn modelId="{7130EB5D-16DE-4FD3-8819-1D9042506F95}" type="presParOf" srcId="{CD1CBE48-0897-4C28-A089-B14D3D9512EA}" destId="{7DD5849F-2F8E-40FE-A136-E0616BB0A3FA}" srcOrd="2" destOrd="0" presId="urn:microsoft.com/office/officeart/2008/layout/AlternatingHexagons"/>
    <dgm:cxn modelId="{8761E27E-1BAE-49D1-A0D9-250012E21F53}" type="presParOf" srcId="{7DD5849F-2F8E-40FE-A136-E0616BB0A3FA}" destId="{B713215D-852E-4622-B70F-0270B2A5E098}" srcOrd="0" destOrd="0" presId="urn:microsoft.com/office/officeart/2008/layout/AlternatingHexagons"/>
    <dgm:cxn modelId="{704BA544-7522-4B71-B4F8-5C168C647535}" type="presParOf" srcId="{7DD5849F-2F8E-40FE-A136-E0616BB0A3FA}" destId="{F5EE8F6D-4B65-4AAE-90D3-A4F7F3753CEB}" srcOrd="1" destOrd="0" presId="urn:microsoft.com/office/officeart/2008/layout/AlternatingHexagons"/>
    <dgm:cxn modelId="{E57E097F-C917-4767-B42F-C35465F0CFDC}" type="presParOf" srcId="{7DD5849F-2F8E-40FE-A136-E0616BB0A3FA}" destId="{C40EEA83-691C-484F-A5F2-D2644F0C21E0}" srcOrd="2" destOrd="0" presId="urn:microsoft.com/office/officeart/2008/layout/AlternatingHexagons"/>
    <dgm:cxn modelId="{868AA41D-A0CD-463F-AA45-41046C2BED26}" type="presParOf" srcId="{7DD5849F-2F8E-40FE-A136-E0616BB0A3FA}" destId="{C7109172-29D2-4FDB-87B7-77D779534CA7}" srcOrd="3" destOrd="0" presId="urn:microsoft.com/office/officeart/2008/layout/AlternatingHexagons"/>
    <dgm:cxn modelId="{3F9111FB-1B7C-4ED0-830B-A91A55C1DE34}" type="presParOf" srcId="{7DD5849F-2F8E-40FE-A136-E0616BB0A3FA}" destId="{CD8B9F87-B409-4C4E-B357-991591C58F69}" srcOrd="4" destOrd="0" presId="urn:microsoft.com/office/officeart/2008/layout/AlternatingHexagons"/>
    <dgm:cxn modelId="{279063A5-E779-4D69-8E7F-8A3577FD4AD7}" type="presParOf" srcId="{CD1CBE48-0897-4C28-A089-B14D3D9512EA}" destId="{1E42463A-BB31-4A86-AA90-5114648180E6}" srcOrd="3" destOrd="0" presId="urn:microsoft.com/office/officeart/2008/layout/AlternatingHexagons"/>
    <dgm:cxn modelId="{524C6DD1-05E5-4294-BBAF-A8C1313EB702}" type="presParOf" srcId="{CD1CBE48-0897-4C28-A089-B14D3D9512EA}" destId="{13A1EC8B-668E-4954-9F37-465C729B32AD}" srcOrd="4" destOrd="0" presId="urn:microsoft.com/office/officeart/2008/layout/AlternatingHexagons"/>
    <dgm:cxn modelId="{FBDA4CD5-D518-49CD-B2D1-9507343CDC5C}" type="presParOf" srcId="{13A1EC8B-668E-4954-9F37-465C729B32AD}" destId="{A74FB9ED-3CB0-4910-AF32-BB76B25E0B15}" srcOrd="0" destOrd="0" presId="urn:microsoft.com/office/officeart/2008/layout/AlternatingHexagons"/>
    <dgm:cxn modelId="{3523AB81-AEE3-4466-82D7-A669D233FF75}" type="presParOf" srcId="{13A1EC8B-668E-4954-9F37-465C729B32AD}" destId="{4DFFBB74-8B24-4EB5-8C9A-BA9C63C5A57B}" srcOrd="1" destOrd="0" presId="urn:microsoft.com/office/officeart/2008/layout/AlternatingHexagons"/>
    <dgm:cxn modelId="{6304D1AE-2DB9-4DEF-AEC8-8F7587F182E1}" type="presParOf" srcId="{13A1EC8B-668E-4954-9F37-465C729B32AD}" destId="{6CC980EC-F2A7-491F-B3D1-290B02B1A29D}" srcOrd="2" destOrd="0" presId="urn:microsoft.com/office/officeart/2008/layout/AlternatingHexagons"/>
    <dgm:cxn modelId="{41D49DF5-F99C-4C2B-82C0-4A370772B878}" type="presParOf" srcId="{13A1EC8B-668E-4954-9F37-465C729B32AD}" destId="{D9C3ECF9-F084-4E1C-A5AC-C9CF27634BA1}" srcOrd="3" destOrd="0" presId="urn:microsoft.com/office/officeart/2008/layout/AlternatingHexagons"/>
    <dgm:cxn modelId="{83B84E29-D287-4794-AAFA-E1BFD28ABE5B}" type="presParOf" srcId="{13A1EC8B-668E-4954-9F37-465C729B32AD}" destId="{25E37AA6-4AA3-47BE-BE2D-E9062776F72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0C70B3-8661-481B-8DC5-092C1931377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B53A562-62E2-426E-9B49-24A03FE79182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59AD00E6-74F0-4D60-89D2-BAA5C9A8BAA9}" type="parTrans" cxnId="{F6A09128-A3EE-4AC9-A32D-B3BDDAF884E4}">
      <dgm:prSet/>
      <dgm:spPr/>
      <dgm:t>
        <a:bodyPr/>
        <a:lstStyle/>
        <a:p>
          <a:endParaRPr lang="en-US"/>
        </a:p>
      </dgm:t>
    </dgm:pt>
    <dgm:pt modelId="{9CBEAD11-5A00-45C3-970A-5F4E0919E1D0}" type="sibTrans" cxnId="{F6A09128-A3EE-4AC9-A32D-B3BDDAF884E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014C787B-D1E3-45CD-80EE-F6BED81FB5F5}">
      <dgm:prSet phldrT="[Text]" phldr="1"/>
      <dgm:spPr/>
      <dgm:t>
        <a:bodyPr/>
        <a:lstStyle/>
        <a:p>
          <a:endParaRPr lang="en-US" dirty="0"/>
        </a:p>
      </dgm:t>
    </dgm:pt>
    <dgm:pt modelId="{426BD84C-8760-440B-8673-0E5D49F2F7BA}" type="parTrans" cxnId="{51141275-CADB-4D62-B88F-CA430D87120F}">
      <dgm:prSet/>
      <dgm:spPr/>
      <dgm:t>
        <a:bodyPr/>
        <a:lstStyle/>
        <a:p>
          <a:endParaRPr lang="en-US"/>
        </a:p>
      </dgm:t>
    </dgm:pt>
    <dgm:pt modelId="{9D0ADD07-6341-4F66-9C97-F3B0253DAABE}" type="sibTrans" cxnId="{51141275-CADB-4D62-B88F-CA430D87120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D15CFAEA-4901-43D5-A8D9-996C3B7DDC7D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B546C8F-EDE7-40E6-A721-D6B00E0136C3}" type="sibTrans" cxnId="{60701E33-2DA8-4894-8C07-DB9670A11C6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8F37B554-C2E5-48A5-80F6-8DA6916F8703}" type="parTrans" cxnId="{60701E33-2DA8-4894-8C07-DB9670A11C6E}">
      <dgm:prSet/>
      <dgm:spPr/>
      <dgm:t>
        <a:bodyPr/>
        <a:lstStyle/>
        <a:p>
          <a:endParaRPr lang="en-US"/>
        </a:p>
      </dgm:t>
    </dgm:pt>
    <dgm:pt modelId="{CD1CBE48-0897-4C28-A089-B14D3D9512EA}" type="pres">
      <dgm:prSet presAssocID="{690C70B3-8661-481B-8DC5-092C1931377A}" presName="Name0" presStyleCnt="0">
        <dgm:presLayoutVars>
          <dgm:chMax/>
          <dgm:chPref/>
          <dgm:dir/>
          <dgm:animLvl val="lvl"/>
        </dgm:presLayoutVars>
      </dgm:prSet>
      <dgm:spPr/>
    </dgm:pt>
    <dgm:pt modelId="{D41BE65E-F33A-49DF-A106-C7A8681A74B0}" type="pres">
      <dgm:prSet presAssocID="{9B53A562-62E2-426E-9B49-24A03FE79182}" presName="composite" presStyleCnt="0"/>
      <dgm:spPr/>
    </dgm:pt>
    <dgm:pt modelId="{7F3C4A82-0B70-4109-8B7D-2DB728B0BF28}" type="pres">
      <dgm:prSet presAssocID="{9B53A562-62E2-426E-9B49-24A03FE79182}" presName="Parent1" presStyleLbl="node1" presStyleIdx="0" presStyleCnt="6" custScaleX="77956" custScaleY="74000" custLinFactNeighborX="-50853" custLinFactNeighborY="-63">
        <dgm:presLayoutVars>
          <dgm:chMax val="1"/>
          <dgm:chPref val="1"/>
          <dgm:bulletEnabled val="1"/>
        </dgm:presLayoutVars>
      </dgm:prSet>
      <dgm:spPr/>
    </dgm:pt>
    <dgm:pt modelId="{2C788A47-DE48-4E2F-8B59-5CEB57116FE7}" type="pres">
      <dgm:prSet presAssocID="{9B53A562-62E2-426E-9B49-24A03FE79182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296A9E4-1027-4D50-8E04-A172A01D42E9}" type="pres">
      <dgm:prSet presAssocID="{9B53A562-62E2-426E-9B49-24A03FE79182}" presName="BalanceSpacing" presStyleCnt="0"/>
      <dgm:spPr/>
    </dgm:pt>
    <dgm:pt modelId="{8D7C4952-07D5-4590-903E-67DFE1845FFB}" type="pres">
      <dgm:prSet presAssocID="{9B53A562-62E2-426E-9B49-24A03FE79182}" presName="BalanceSpacing1" presStyleCnt="0"/>
      <dgm:spPr/>
    </dgm:pt>
    <dgm:pt modelId="{D4F286DE-9C20-46F3-9DBF-849C3FD85D36}" type="pres">
      <dgm:prSet presAssocID="{9CBEAD11-5A00-45C3-970A-5F4E0919E1D0}" presName="Accent1Text" presStyleLbl="node1" presStyleIdx="1" presStyleCnt="6" custScaleX="79424" custScaleY="78726" custLinFactNeighborX="-29301" custLinFactNeighborY="-1274"/>
      <dgm:spPr/>
    </dgm:pt>
    <dgm:pt modelId="{1764AC94-E41C-48B6-BAF5-92473FE41A69}" type="pres">
      <dgm:prSet presAssocID="{9CBEAD11-5A00-45C3-970A-5F4E0919E1D0}" presName="spaceBetweenRectangles" presStyleCnt="0"/>
      <dgm:spPr/>
    </dgm:pt>
    <dgm:pt modelId="{7DD5849F-2F8E-40FE-A136-E0616BB0A3FA}" type="pres">
      <dgm:prSet presAssocID="{D15CFAEA-4901-43D5-A8D9-996C3B7DDC7D}" presName="composite" presStyleCnt="0"/>
      <dgm:spPr/>
    </dgm:pt>
    <dgm:pt modelId="{B713215D-852E-4622-B70F-0270B2A5E098}" type="pres">
      <dgm:prSet presAssocID="{D15CFAEA-4901-43D5-A8D9-996C3B7DDC7D}" presName="Parent1" presStyleLbl="node1" presStyleIdx="2" presStyleCnt="6" custScaleX="83224" custScaleY="76440" custLinFactNeighborX="-42200" custLinFactNeighborY="-10410">
        <dgm:presLayoutVars>
          <dgm:chMax val="1"/>
          <dgm:chPref val="1"/>
          <dgm:bulletEnabled val="1"/>
        </dgm:presLayoutVars>
      </dgm:prSet>
      <dgm:spPr/>
    </dgm:pt>
    <dgm:pt modelId="{F5EE8F6D-4B65-4AAE-90D3-A4F7F3753CEB}" type="pres">
      <dgm:prSet presAssocID="{D15CFAEA-4901-43D5-A8D9-996C3B7DDC7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40EEA83-691C-484F-A5F2-D2644F0C21E0}" type="pres">
      <dgm:prSet presAssocID="{D15CFAEA-4901-43D5-A8D9-996C3B7DDC7D}" presName="BalanceSpacing" presStyleCnt="0"/>
      <dgm:spPr/>
    </dgm:pt>
    <dgm:pt modelId="{C7109172-29D2-4FDB-87B7-77D779534CA7}" type="pres">
      <dgm:prSet presAssocID="{D15CFAEA-4901-43D5-A8D9-996C3B7DDC7D}" presName="BalanceSpacing1" presStyleCnt="0"/>
      <dgm:spPr/>
    </dgm:pt>
    <dgm:pt modelId="{CD8B9F87-B409-4C4E-B357-991591C58F69}" type="pres">
      <dgm:prSet presAssocID="{3B546C8F-EDE7-40E6-A721-D6B00E0136C3}" presName="Accent1Text" presStyleLbl="node1" presStyleIdx="3" presStyleCnt="6" custScaleX="74836" custScaleY="75473" custLinFactNeighborX="-62730" custLinFactNeighborY="-11441"/>
      <dgm:spPr/>
    </dgm:pt>
    <dgm:pt modelId="{1E42463A-BB31-4A86-AA90-5114648180E6}" type="pres">
      <dgm:prSet presAssocID="{3B546C8F-EDE7-40E6-A721-D6B00E0136C3}" presName="spaceBetweenRectangles" presStyleCnt="0"/>
      <dgm:spPr/>
    </dgm:pt>
    <dgm:pt modelId="{13A1EC8B-668E-4954-9F37-465C729B32AD}" type="pres">
      <dgm:prSet presAssocID="{014C787B-D1E3-45CD-80EE-F6BED81FB5F5}" presName="composite" presStyleCnt="0"/>
      <dgm:spPr/>
    </dgm:pt>
    <dgm:pt modelId="{A74FB9ED-3CB0-4910-AF32-BB76B25E0B15}" type="pres">
      <dgm:prSet presAssocID="{014C787B-D1E3-45CD-80EE-F6BED81FB5F5}" presName="Parent1" presStyleLbl="node1" presStyleIdx="4" presStyleCnt="6" custScaleX="72663" custScaleY="70856" custLinFactNeighborX="-52483" custLinFactNeighborY="-34439">
        <dgm:presLayoutVars>
          <dgm:chMax val="1"/>
          <dgm:chPref val="1"/>
          <dgm:bulletEnabled val="1"/>
        </dgm:presLayoutVars>
      </dgm:prSet>
      <dgm:spPr/>
    </dgm:pt>
    <dgm:pt modelId="{4DFFBB74-8B24-4EB5-8C9A-BA9C63C5A57B}" type="pres">
      <dgm:prSet presAssocID="{014C787B-D1E3-45CD-80EE-F6BED81FB5F5}" presName="Childtext1" presStyleLbl="revTx" presStyleIdx="2" presStyleCnt="3" custScaleX="103169">
        <dgm:presLayoutVars>
          <dgm:chMax val="0"/>
          <dgm:chPref val="0"/>
          <dgm:bulletEnabled val="1"/>
        </dgm:presLayoutVars>
      </dgm:prSet>
      <dgm:spPr/>
    </dgm:pt>
    <dgm:pt modelId="{6CC980EC-F2A7-491F-B3D1-290B02B1A29D}" type="pres">
      <dgm:prSet presAssocID="{014C787B-D1E3-45CD-80EE-F6BED81FB5F5}" presName="BalanceSpacing" presStyleCnt="0"/>
      <dgm:spPr/>
    </dgm:pt>
    <dgm:pt modelId="{D9C3ECF9-F084-4E1C-A5AC-C9CF27634BA1}" type="pres">
      <dgm:prSet presAssocID="{014C787B-D1E3-45CD-80EE-F6BED81FB5F5}" presName="BalanceSpacing1" presStyleCnt="0"/>
      <dgm:spPr/>
    </dgm:pt>
    <dgm:pt modelId="{25E37AA6-4AA3-47BE-BE2D-E9062776F722}" type="pres">
      <dgm:prSet presAssocID="{9D0ADD07-6341-4F66-9C97-F3B0253DAABE}" presName="Accent1Text" presStyleLbl="node1" presStyleIdx="5" presStyleCnt="6" custScaleX="79121" custScaleY="75693" custLinFactNeighborX="55134" custLinFactNeighborY="-32255"/>
      <dgm:spPr/>
    </dgm:pt>
  </dgm:ptLst>
  <dgm:cxnLst>
    <dgm:cxn modelId="{C322C706-5BAE-4DF2-AA2E-CD7E30623107}" type="presOf" srcId="{3B546C8F-EDE7-40E6-A721-D6B00E0136C3}" destId="{CD8B9F87-B409-4C4E-B357-991591C58F69}" srcOrd="0" destOrd="0" presId="urn:microsoft.com/office/officeart/2008/layout/AlternatingHexagons"/>
    <dgm:cxn modelId="{2229BB12-E435-4D5D-93F8-4234A879E9FD}" type="presOf" srcId="{690C70B3-8661-481B-8DC5-092C1931377A}" destId="{CD1CBE48-0897-4C28-A089-B14D3D9512EA}" srcOrd="0" destOrd="0" presId="urn:microsoft.com/office/officeart/2008/layout/AlternatingHexagons"/>
    <dgm:cxn modelId="{94571824-E1F6-4CCA-B666-DAA933164528}" type="presOf" srcId="{9D0ADD07-6341-4F66-9C97-F3B0253DAABE}" destId="{25E37AA6-4AA3-47BE-BE2D-E9062776F722}" srcOrd="0" destOrd="0" presId="urn:microsoft.com/office/officeart/2008/layout/AlternatingHexagons"/>
    <dgm:cxn modelId="{F6A09128-A3EE-4AC9-A32D-B3BDDAF884E4}" srcId="{690C70B3-8661-481B-8DC5-092C1931377A}" destId="{9B53A562-62E2-426E-9B49-24A03FE79182}" srcOrd="0" destOrd="0" parTransId="{59AD00E6-74F0-4D60-89D2-BAA5C9A8BAA9}" sibTransId="{9CBEAD11-5A00-45C3-970A-5F4E0919E1D0}"/>
    <dgm:cxn modelId="{60701E33-2DA8-4894-8C07-DB9670A11C6E}" srcId="{690C70B3-8661-481B-8DC5-092C1931377A}" destId="{D15CFAEA-4901-43D5-A8D9-996C3B7DDC7D}" srcOrd="1" destOrd="0" parTransId="{8F37B554-C2E5-48A5-80F6-8DA6916F8703}" sibTransId="{3B546C8F-EDE7-40E6-A721-D6B00E0136C3}"/>
    <dgm:cxn modelId="{51141275-CADB-4D62-B88F-CA430D87120F}" srcId="{690C70B3-8661-481B-8DC5-092C1931377A}" destId="{014C787B-D1E3-45CD-80EE-F6BED81FB5F5}" srcOrd="2" destOrd="0" parTransId="{426BD84C-8760-440B-8673-0E5D49F2F7BA}" sibTransId="{9D0ADD07-6341-4F66-9C97-F3B0253DAABE}"/>
    <dgm:cxn modelId="{1785827F-BB37-4A70-8552-AB0ABBD167A7}" type="presOf" srcId="{014C787B-D1E3-45CD-80EE-F6BED81FB5F5}" destId="{A74FB9ED-3CB0-4910-AF32-BB76B25E0B15}" srcOrd="0" destOrd="0" presId="urn:microsoft.com/office/officeart/2008/layout/AlternatingHexagons"/>
    <dgm:cxn modelId="{EAA5318D-A629-4050-BCD7-F45A20EC5E2D}" type="presOf" srcId="{D15CFAEA-4901-43D5-A8D9-996C3B7DDC7D}" destId="{B713215D-852E-4622-B70F-0270B2A5E098}" srcOrd="0" destOrd="0" presId="urn:microsoft.com/office/officeart/2008/layout/AlternatingHexagons"/>
    <dgm:cxn modelId="{CBDF3E92-CCDE-4484-B4C7-860FFA0B4336}" type="presOf" srcId="{9B53A562-62E2-426E-9B49-24A03FE79182}" destId="{7F3C4A82-0B70-4109-8B7D-2DB728B0BF28}" srcOrd="0" destOrd="0" presId="urn:microsoft.com/office/officeart/2008/layout/AlternatingHexagons"/>
    <dgm:cxn modelId="{CB4F38B4-E898-4846-A2E8-1377ECC62CDD}" type="presOf" srcId="{9CBEAD11-5A00-45C3-970A-5F4E0919E1D0}" destId="{D4F286DE-9C20-46F3-9DBF-849C3FD85D36}" srcOrd="0" destOrd="0" presId="urn:microsoft.com/office/officeart/2008/layout/AlternatingHexagons"/>
    <dgm:cxn modelId="{74B6343B-BEFB-48DE-961F-825D8BAB7948}" type="presParOf" srcId="{CD1CBE48-0897-4C28-A089-B14D3D9512EA}" destId="{D41BE65E-F33A-49DF-A106-C7A8681A74B0}" srcOrd="0" destOrd="0" presId="urn:microsoft.com/office/officeart/2008/layout/AlternatingHexagons"/>
    <dgm:cxn modelId="{97AA63DB-C3D4-4B12-AA8C-2966FF0F331F}" type="presParOf" srcId="{D41BE65E-F33A-49DF-A106-C7A8681A74B0}" destId="{7F3C4A82-0B70-4109-8B7D-2DB728B0BF28}" srcOrd="0" destOrd="0" presId="urn:microsoft.com/office/officeart/2008/layout/AlternatingHexagons"/>
    <dgm:cxn modelId="{D0325FAD-3648-4DEC-A272-1646C7C17E9A}" type="presParOf" srcId="{D41BE65E-F33A-49DF-A106-C7A8681A74B0}" destId="{2C788A47-DE48-4E2F-8B59-5CEB57116FE7}" srcOrd="1" destOrd="0" presId="urn:microsoft.com/office/officeart/2008/layout/AlternatingHexagons"/>
    <dgm:cxn modelId="{22AC08F2-AC30-4E9A-8CDC-7A1B6EBCCDDA}" type="presParOf" srcId="{D41BE65E-F33A-49DF-A106-C7A8681A74B0}" destId="{1296A9E4-1027-4D50-8E04-A172A01D42E9}" srcOrd="2" destOrd="0" presId="urn:microsoft.com/office/officeart/2008/layout/AlternatingHexagons"/>
    <dgm:cxn modelId="{A5A4D9F3-20AD-498E-84C8-172E6F0AB11B}" type="presParOf" srcId="{D41BE65E-F33A-49DF-A106-C7A8681A74B0}" destId="{8D7C4952-07D5-4590-903E-67DFE1845FFB}" srcOrd="3" destOrd="0" presId="urn:microsoft.com/office/officeart/2008/layout/AlternatingHexagons"/>
    <dgm:cxn modelId="{8B8DEEAA-1D1D-4E2A-B51B-A38632506F8D}" type="presParOf" srcId="{D41BE65E-F33A-49DF-A106-C7A8681A74B0}" destId="{D4F286DE-9C20-46F3-9DBF-849C3FD85D36}" srcOrd="4" destOrd="0" presId="urn:microsoft.com/office/officeart/2008/layout/AlternatingHexagons"/>
    <dgm:cxn modelId="{3F474D67-BB8F-427B-8272-689147BF903B}" type="presParOf" srcId="{CD1CBE48-0897-4C28-A089-B14D3D9512EA}" destId="{1764AC94-E41C-48B6-BAF5-92473FE41A69}" srcOrd="1" destOrd="0" presId="urn:microsoft.com/office/officeart/2008/layout/AlternatingHexagons"/>
    <dgm:cxn modelId="{7130EB5D-16DE-4FD3-8819-1D9042506F95}" type="presParOf" srcId="{CD1CBE48-0897-4C28-A089-B14D3D9512EA}" destId="{7DD5849F-2F8E-40FE-A136-E0616BB0A3FA}" srcOrd="2" destOrd="0" presId="urn:microsoft.com/office/officeart/2008/layout/AlternatingHexagons"/>
    <dgm:cxn modelId="{8761E27E-1BAE-49D1-A0D9-250012E21F53}" type="presParOf" srcId="{7DD5849F-2F8E-40FE-A136-E0616BB0A3FA}" destId="{B713215D-852E-4622-B70F-0270B2A5E098}" srcOrd="0" destOrd="0" presId="urn:microsoft.com/office/officeart/2008/layout/AlternatingHexagons"/>
    <dgm:cxn modelId="{704BA544-7522-4B71-B4F8-5C168C647535}" type="presParOf" srcId="{7DD5849F-2F8E-40FE-A136-E0616BB0A3FA}" destId="{F5EE8F6D-4B65-4AAE-90D3-A4F7F3753CEB}" srcOrd="1" destOrd="0" presId="urn:microsoft.com/office/officeart/2008/layout/AlternatingHexagons"/>
    <dgm:cxn modelId="{E57E097F-C917-4767-B42F-C35465F0CFDC}" type="presParOf" srcId="{7DD5849F-2F8E-40FE-A136-E0616BB0A3FA}" destId="{C40EEA83-691C-484F-A5F2-D2644F0C21E0}" srcOrd="2" destOrd="0" presId="urn:microsoft.com/office/officeart/2008/layout/AlternatingHexagons"/>
    <dgm:cxn modelId="{868AA41D-A0CD-463F-AA45-41046C2BED26}" type="presParOf" srcId="{7DD5849F-2F8E-40FE-A136-E0616BB0A3FA}" destId="{C7109172-29D2-4FDB-87B7-77D779534CA7}" srcOrd="3" destOrd="0" presId="urn:microsoft.com/office/officeart/2008/layout/AlternatingHexagons"/>
    <dgm:cxn modelId="{3F9111FB-1B7C-4ED0-830B-A91A55C1DE34}" type="presParOf" srcId="{7DD5849F-2F8E-40FE-A136-E0616BB0A3FA}" destId="{CD8B9F87-B409-4C4E-B357-991591C58F69}" srcOrd="4" destOrd="0" presId="urn:microsoft.com/office/officeart/2008/layout/AlternatingHexagons"/>
    <dgm:cxn modelId="{279063A5-E779-4D69-8E7F-8A3577FD4AD7}" type="presParOf" srcId="{CD1CBE48-0897-4C28-A089-B14D3D9512EA}" destId="{1E42463A-BB31-4A86-AA90-5114648180E6}" srcOrd="3" destOrd="0" presId="urn:microsoft.com/office/officeart/2008/layout/AlternatingHexagons"/>
    <dgm:cxn modelId="{524C6DD1-05E5-4294-BBAF-A8C1313EB702}" type="presParOf" srcId="{CD1CBE48-0897-4C28-A089-B14D3D9512EA}" destId="{13A1EC8B-668E-4954-9F37-465C729B32AD}" srcOrd="4" destOrd="0" presId="urn:microsoft.com/office/officeart/2008/layout/AlternatingHexagons"/>
    <dgm:cxn modelId="{FBDA4CD5-D518-49CD-B2D1-9507343CDC5C}" type="presParOf" srcId="{13A1EC8B-668E-4954-9F37-465C729B32AD}" destId="{A74FB9ED-3CB0-4910-AF32-BB76B25E0B15}" srcOrd="0" destOrd="0" presId="urn:microsoft.com/office/officeart/2008/layout/AlternatingHexagons"/>
    <dgm:cxn modelId="{3523AB81-AEE3-4466-82D7-A669D233FF75}" type="presParOf" srcId="{13A1EC8B-668E-4954-9F37-465C729B32AD}" destId="{4DFFBB74-8B24-4EB5-8C9A-BA9C63C5A57B}" srcOrd="1" destOrd="0" presId="urn:microsoft.com/office/officeart/2008/layout/AlternatingHexagons"/>
    <dgm:cxn modelId="{6304D1AE-2DB9-4DEF-AEC8-8F7587F182E1}" type="presParOf" srcId="{13A1EC8B-668E-4954-9F37-465C729B32AD}" destId="{6CC980EC-F2A7-491F-B3D1-290B02B1A29D}" srcOrd="2" destOrd="0" presId="urn:microsoft.com/office/officeart/2008/layout/AlternatingHexagons"/>
    <dgm:cxn modelId="{41D49DF5-F99C-4C2B-82C0-4A370772B878}" type="presParOf" srcId="{13A1EC8B-668E-4954-9F37-465C729B32AD}" destId="{D9C3ECF9-F084-4E1C-A5AC-C9CF27634BA1}" srcOrd="3" destOrd="0" presId="urn:microsoft.com/office/officeart/2008/layout/AlternatingHexagons"/>
    <dgm:cxn modelId="{83B84E29-D287-4794-AAFA-E1BFD28ABE5B}" type="presParOf" srcId="{13A1EC8B-668E-4954-9F37-465C729B32AD}" destId="{25E37AA6-4AA3-47BE-BE2D-E9062776F72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0C70B3-8661-481B-8DC5-092C1931377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53A562-62E2-426E-9B49-24A03FE79182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59AD00E6-74F0-4D60-89D2-BAA5C9A8BAA9}" type="parTrans" cxnId="{F6A09128-A3EE-4AC9-A32D-B3BDDAF884E4}">
      <dgm:prSet/>
      <dgm:spPr/>
      <dgm:t>
        <a:bodyPr/>
        <a:lstStyle/>
        <a:p>
          <a:endParaRPr lang="en-US"/>
        </a:p>
      </dgm:t>
    </dgm:pt>
    <dgm:pt modelId="{9CBEAD11-5A00-45C3-970A-5F4E0919E1D0}" type="sibTrans" cxnId="{F6A09128-A3EE-4AC9-A32D-B3BDDAF884E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014C787B-D1E3-45CD-80EE-F6BED81FB5F5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426BD84C-8760-440B-8673-0E5D49F2F7BA}" type="parTrans" cxnId="{51141275-CADB-4D62-B88F-CA430D87120F}">
      <dgm:prSet/>
      <dgm:spPr/>
      <dgm:t>
        <a:bodyPr/>
        <a:lstStyle/>
        <a:p>
          <a:endParaRPr lang="en-US"/>
        </a:p>
      </dgm:t>
    </dgm:pt>
    <dgm:pt modelId="{9D0ADD07-6341-4F66-9C97-F3B0253DAABE}" type="sibTrans" cxnId="{51141275-CADB-4D62-B88F-CA430D87120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D15CFAEA-4901-43D5-A8D9-996C3B7DDC7D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B546C8F-EDE7-40E6-A721-D6B00E0136C3}" type="sibTrans" cxnId="{60701E33-2DA8-4894-8C07-DB9670A11C6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8F37B554-C2E5-48A5-80F6-8DA6916F8703}" type="parTrans" cxnId="{60701E33-2DA8-4894-8C07-DB9670A11C6E}">
      <dgm:prSet/>
      <dgm:spPr/>
      <dgm:t>
        <a:bodyPr/>
        <a:lstStyle/>
        <a:p>
          <a:endParaRPr lang="en-US"/>
        </a:p>
      </dgm:t>
    </dgm:pt>
    <dgm:pt modelId="{CD1CBE48-0897-4C28-A089-B14D3D9512EA}" type="pres">
      <dgm:prSet presAssocID="{690C70B3-8661-481B-8DC5-092C1931377A}" presName="Name0" presStyleCnt="0">
        <dgm:presLayoutVars>
          <dgm:chMax/>
          <dgm:chPref/>
          <dgm:dir/>
          <dgm:animLvl val="lvl"/>
        </dgm:presLayoutVars>
      </dgm:prSet>
      <dgm:spPr/>
    </dgm:pt>
    <dgm:pt modelId="{D41BE65E-F33A-49DF-A106-C7A8681A74B0}" type="pres">
      <dgm:prSet presAssocID="{9B53A562-62E2-426E-9B49-24A03FE79182}" presName="composite" presStyleCnt="0"/>
      <dgm:spPr/>
    </dgm:pt>
    <dgm:pt modelId="{7F3C4A82-0B70-4109-8B7D-2DB728B0BF28}" type="pres">
      <dgm:prSet presAssocID="{9B53A562-62E2-426E-9B49-24A03FE79182}" presName="Parent1" presStyleLbl="node1" presStyleIdx="0" presStyleCnt="6" custScaleX="77956" custScaleY="74000" custLinFactNeighborX="-50853" custLinFactNeighborY="-63">
        <dgm:presLayoutVars>
          <dgm:chMax val="1"/>
          <dgm:chPref val="1"/>
          <dgm:bulletEnabled val="1"/>
        </dgm:presLayoutVars>
      </dgm:prSet>
      <dgm:spPr/>
    </dgm:pt>
    <dgm:pt modelId="{2C788A47-DE48-4E2F-8B59-5CEB57116FE7}" type="pres">
      <dgm:prSet presAssocID="{9B53A562-62E2-426E-9B49-24A03FE79182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296A9E4-1027-4D50-8E04-A172A01D42E9}" type="pres">
      <dgm:prSet presAssocID="{9B53A562-62E2-426E-9B49-24A03FE79182}" presName="BalanceSpacing" presStyleCnt="0"/>
      <dgm:spPr/>
    </dgm:pt>
    <dgm:pt modelId="{8D7C4952-07D5-4590-903E-67DFE1845FFB}" type="pres">
      <dgm:prSet presAssocID="{9B53A562-62E2-426E-9B49-24A03FE79182}" presName="BalanceSpacing1" presStyleCnt="0"/>
      <dgm:spPr/>
    </dgm:pt>
    <dgm:pt modelId="{D4F286DE-9C20-46F3-9DBF-849C3FD85D36}" type="pres">
      <dgm:prSet presAssocID="{9CBEAD11-5A00-45C3-970A-5F4E0919E1D0}" presName="Accent1Text" presStyleLbl="node1" presStyleIdx="1" presStyleCnt="6" custScaleX="79424" custScaleY="78726" custLinFactNeighborX="-29301" custLinFactNeighborY="-1274"/>
      <dgm:spPr/>
    </dgm:pt>
    <dgm:pt modelId="{1764AC94-E41C-48B6-BAF5-92473FE41A69}" type="pres">
      <dgm:prSet presAssocID="{9CBEAD11-5A00-45C3-970A-5F4E0919E1D0}" presName="spaceBetweenRectangles" presStyleCnt="0"/>
      <dgm:spPr/>
    </dgm:pt>
    <dgm:pt modelId="{7DD5849F-2F8E-40FE-A136-E0616BB0A3FA}" type="pres">
      <dgm:prSet presAssocID="{D15CFAEA-4901-43D5-A8D9-996C3B7DDC7D}" presName="composite" presStyleCnt="0"/>
      <dgm:spPr/>
    </dgm:pt>
    <dgm:pt modelId="{B713215D-852E-4622-B70F-0270B2A5E098}" type="pres">
      <dgm:prSet presAssocID="{D15CFAEA-4901-43D5-A8D9-996C3B7DDC7D}" presName="Parent1" presStyleLbl="node1" presStyleIdx="2" presStyleCnt="6" custScaleX="83224" custScaleY="76440" custLinFactNeighborX="-42200" custLinFactNeighborY="-10410">
        <dgm:presLayoutVars>
          <dgm:chMax val="1"/>
          <dgm:chPref val="1"/>
          <dgm:bulletEnabled val="1"/>
        </dgm:presLayoutVars>
      </dgm:prSet>
      <dgm:spPr/>
    </dgm:pt>
    <dgm:pt modelId="{F5EE8F6D-4B65-4AAE-90D3-A4F7F3753CEB}" type="pres">
      <dgm:prSet presAssocID="{D15CFAEA-4901-43D5-A8D9-996C3B7DDC7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40EEA83-691C-484F-A5F2-D2644F0C21E0}" type="pres">
      <dgm:prSet presAssocID="{D15CFAEA-4901-43D5-A8D9-996C3B7DDC7D}" presName="BalanceSpacing" presStyleCnt="0"/>
      <dgm:spPr/>
    </dgm:pt>
    <dgm:pt modelId="{C7109172-29D2-4FDB-87B7-77D779534CA7}" type="pres">
      <dgm:prSet presAssocID="{D15CFAEA-4901-43D5-A8D9-996C3B7DDC7D}" presName="BalanceSpacing1" presStyleCnt="0"/>
      <dgm:spPr/>
    </dgm:pt>
    <dgm:pt modelId="{CD8B9F87-B409-4C4E-B357-991591C58F69}" type="pres">
      <dgm:prSet presAssocID="{3B546C8F-EDE7-40E6-A721-D6B00E0136C3}" presName="Accent1Text" presStyleLbl="node1" presStyleIdx="3" presStyleCnt="6" custScaleX="74836" custScaleY="75473" custLinFactNeighborX="-62730" custLinFactNeighborY="-11441"/>
      <dgm:spPr/>
    </dgm:pt>
    <dgm:pt modelId="{1E42463A-BB31-4A86-AA90-5114648180E6}" type="pres">
      <dgm:prSet presAssocID="{3B546C8F-EDE7-40E6-A721-D6B00E0136C3}" presName="spaceBetweenRectangles" presStyleCnt="0"/>
      <dgm:spPr/>
    </dgm:pt>
    <dgm:pt modelId="{13A1EC8B-668E-4954-9F37-465C729B32AD}" type="pres">
      <dgm:prSet presAssocID="{014C787B-D1E3-45CD-80EE-F6BED81FB5F5}" presName="composite" presStyleCnt="0"/>
      <dgm:spPr/>
    </dgm:pt>
    <dgm:pt modelId="{A74FB9ED-3CB0-4910-AF32-BB76B25E0B15}" type="pres">
      <dgm:prSet presAssocID="{014C787B-D1E3-45CD-80EE-F6BED81FB5F5}" presName="Parent1" presStyleLbl="node1" presStyleIdx="4" presStyleCnt="6" custScaleX="72663" custScaleY="70856" custLinFactNeighborX="-52483" custLinFactNeighborY="-34439">
        <dgm:presLayoutVars>
          <dgm:chMax val="1"/>
          <dgm:chPref val="1"/>
          <dgm:bulletEnabled val="1"/>
        </dgm:presLayoutVars>
      </dgm:prSet>
      <dgm:spPr/>
    </dgm:pt>
    <dgm:pt modelId="{4DFFBB74-8B24-4EB5-8C9A-BA9C63C5A57B}" type="pres">
      <dgm:prSet presAssocID="{014C787B-D1E3-45CD-80EE-F6BED81FB5F5}" presName="Childtext1" presStyleLbl="revTx" presStyleIdx="2" presStyleCnt="3" custScaleX="103169">
        <dgm:presLayoutVars>
          <dgm:chMax val="0"/>
          <dgm:chPref val="0"/>
          <dgm:bulletEnabled val="1"/>
        </dgm:presLayoutVars>
      </dgm:prSet>
      <dgm:spPr/>
    </dgm:pt>
    <dgm:pt modelId="{6CC980EC-F2A7-491F-B3D1-290B02B1A29D}" type="pres">
      <dgm:prSet presAssocID="{014C787B-D1E3-45CD-80EE-F6BED81FB5F5}" presName="BalanceSpacing" presStyleCnt="0"/>
      <dgm:spPr/>
    </dgm:pt>
    <dgm:pt modelId="{D9C3ECF9-F084-4E1C-A5AC-C9CF27634BA1}" type="pres">
      <dgm:prSet presAssocID="{014C787B-D1E3-45CD-80EE-F6BED81FB5F5}" presName="BalanceSpacing1" presStyleCnt="0"/>
      <dgm:spPr/>
    </dgm:pt>
    <dgm:pt modelId="{25E37AA6-4AA3-47BE-BE2D-E9062776F722}" type="pres">
      <dgm:prSet presAssocID="{9D0ADD07-6341-4F66-9C97-F3B0253DAABE}" presName="Accent1Text" presStyleLbl="node1" presStyleIdx="5" presStyleCnt="6" custScaleX="79121" custScaleY="75693" custLinFactNeighborX="-25119" custLinFactNeighborY="-28696"/>
      <dgm:spPr/>
    </dgm:pt>
  </dgm:ptLst>
  <dgm:cxnLst>
    <dgm:cxn modelId="{C322C706-5BAE-4DF2-AA2E-CD7E30623107}" type="presOf" srcId="{3B546C8F-EDE7-40E6-A721-D6B00E0136C3}" destId="{CD8B9F87-B409-4C4E-B357-991591C58F69}" srcOrd="0" destOrd="0" presId="urn:microsoft.com/office/officeart/2008/layout/AlternatingHexagons"/>
    <dgm:cxn modelId="{2229BB12-E435-4D5D-93F8-4234A879E9FD}" type="presOf" srcId="{690C70B3-8661-481B-8DC5-092C1931377A}" destId="{CD1CBE48-0897-4C28-A089-B14D3D9512EA}" srcOrd="0" destOrd="0" presId="urn:microsoft.com/office/officeart/2008/layout/AlternatingHexagons"/>
    <dgm:cxn modelId="{94571824-E1F6-4CCA-B666-DAA933164528}" type="presOf" srcId="{9D0ADD07-6341-4F66-9C97-F3B0253DAABE}" destId="{25E37AA6-4AA3-47BE-BE2D-E9062776F722}" srcOrd="0" destOrd="0" presId="urn:microsoft.com/office/officeart/2008/layout/AlternatingHexagons"/>
    <dgm:cxn modelId="{F6A09128-A3EE-4AC9-A32D-B3BDDAF884E4}" srcId="{690C70B3-8661-481B-8DC5-092C1931377A}" destId="{9B53A562-62E2-426E-9B49-24A03FE79182}" srcOrd="0" destOrd="0" parTransId="{59AD00E6-74F0-4D60-89D2-BAA5C9A8BAA9}" sibTransId="{9CBEAD11-5A00-45C3-970A-5F4E0919E1D0}"/>
    <dgm:cxn modelId="{60701E33-2DA8-4894-8C07-DB9670A11C6E}" srcId="{690C70B3-8661-481B-8DC5-092C1931377A}" destId="{D15CFAEA-4901-43D5-A8D9-996C3B7DDC7D}" srcOrd="1" destOrd="0" parTransId="{8F37B554-C2E5-48A5-80F6-8DA6916F8703}" sibTransId="{3B546C8F-EDE7-40E6-A721-D6B00E0136C3}"/>
    <dgm:cxn modelId="{51141275-CADB-4D62-B88F-CA430D87120F}" srcId="{690C70B3-8661-481B-8DC5-092C1931377A}" destId="{014C787B-D1E3-45CD-80EE-F6BED81FB5F5}" srcOrd="2" destOrd="0" parTransId="{426BD84C-8760-440B-8673-0E5D49F2F7BA}" sibTransId="{9D0ADD07-6341-4F66-9C97-F3B0253DAABE}"/>
    <dgm:cxn modelId="{1785827F-BB37-4A70-8552-AB0ABBD167A7}" type="presOf" srcId="{014C787B-D1E3-45CD-80EE-F6BED81FB5F5}" destId="{A74FB9ED-3CB0-4910-AF32-BB76B25E0B15}" srcOrd="0" destOrd="0" presId="urn:microsoft.com/office/officeart/2008/layout/AlternatingHexagons"/>
    <dgm:cxn modelId="{EAA5318D-A629-4050-BCD7-F45A20EC5E2D}" type="presOf" srcId="{D15CFAEA-4901-43D5-A8D9-996C3B7DDC7D}" destId="{B713215D-852E-4622-B70F-0270B2A5E098}" srcOrd="0" destOrd="0" presId="urn:microsoft.com/office/officeart/2008/layout/AlternatingHexagons"/>
    <dgm:cxn modelId="{CBDF3E92-CCDE-4484-B4C7-860FFA0B4336}" type="presOf" srcId="{9B53A562-62E2-426E-9B49-24A03FE79182}" destId="{7F3C4A82-0B70-4109-8B7D-2DB728B0BF28}" srcOrd="0" destOrd="0" presId="urn:microsoft.com/office/officeart/2008/layout/AlternatingHexagons"/>
    <dgm:cxn modelId="{CB4F38B4-E898-4846-A2E8-1377ECC62CDD}" type="presOf" srcId="{9CBEAD11-5A00-45C3-970A-5F4E0919E1D0}" destId="{D4F286DE-9C20-46F3-9DBF-849C3FD85D36}" srcOrd="0" destOrd="0" presId="urn:microsoft.com/office/officeart/2008/layout/AlternatingHexagons"/>
    <dgm:cxn modelId="{74B6343B-BEFB-48DE-961F-825D8BAB7948}" type="presParOf" srcId="{CD1CBE48-0897-4C28-A089-B14D3D9512EA}" destId="{D41BE65E-F33A-49DF-A106-C7A8681A74B0}" srcOrd="0" destOrd="0" presId="urn:microsoft.com/office/officeart/2008/layout/AlternatingHexagons"/>
    <dgm:cxn modelId="{97AA63DB-C3D4-4B12-AA8C-2966FF0F331F}" type="presParOf" srcId="{D41BE65E-F33A-49DF-A106-C7A8681A74B0}" destId="{7F3C4A82-0B70-4109-8B7D-2DB728B0BF28}" srcOrd="0" destOrd="0" presId="urn:microsoft.com/office/officeart/2008/layout/AlternatingHexagons"/>
    <dgm:cxn modelId="{D0325FAD-3648-4DEC-A272-1646C7C17E9A}" type="presParOf" srcId="{D41BE65E-F33A-49DF-A106-C7A8681A74B0}" destId="{2C788A47-DE48-4E2F-8B59-5CEB57116FE7}" srcOrd="1" destOrd="0" presId="urn:microsoft.com/office/officeart/2008/layout/AlternatingHexagons"/>
    <dgm:cxn modelId="{22AC08F2-AC30-4E9A-8CDC-7A1B6EBCCDDA}" type="presParOf" srcId="{D41BE65E-F33A-49DF-A106-C7A8681A74B0}" destId="{1296A9E4-1027-4D50-8E04-A172A01D42E9}" srcOrd="2" destOrd="0" presId="urn:microsoft.com/office/officeart/2008/layout/AlternatingHexagons"/>
    <dgm:cxn modelId="{A5A4D9F3-20AD-498E-84C8-172E6F0AB11B}" type="presParOf" srcId="{D41BE65E-F33A-49DF-A106-C7A8681A74B0}" destId="{8D7C4952-07D5-4590-903E-67DFE1845FFB}" srcOrd="3" destOrd="0" presId="urn:microsoft.com/office/officeart/2008/layout/AlternatingHexagons"/>
    <dgm:cxn modelId="{8B8DEEAA-1D1D-4E2A-B51B-A38632506F8D}" type="presParOf" srcId="{D41BE65E-F33A-49DF-A106-C7A8681A74B0}" destId="{D4F286DE-9C20-46F3-9DBF-849C3FD85D36}" srcOrd="4" destOrd="0" presId="urn:microsoft.com/office/officeart/2008/layout/AlternatingHexagons"/>
    <dgm:cxn modelId="{3F474D67-BB8F-427B-8272-689147BF903B}" type="presParOf" srcId="{CD1CBE48-0897-4C28-A089-B14D3D9512EA}" destId="{1764AC94-E41C-48B6-BAF5-92473FE41A69}" srcOrd="1" destOrd="0" presId="urn:microsoft.com/office/officeart/2008/layout/AlternatingHexagons"/>
    <dgm:cxn modelId="{7130EB5D-16DE-4FD3-8819-1D9042506F95}" type="presParOf" srcId="{CD1CBE48-0897-4C28-A089-B14D3D9512EA}" destId="{7DD5849F-2F8E-40FE-A136-E0616BB0A3FA}" srcOrd="2" destOrd="0" presId="urn:microsoft.com/office/officeart/2008/layout/AlternatingHexagons"/>
    <dgm:cxn modelId="{8761E27E-1BAE-49D1-A0D9-250012E21F53}" type="presParOf" srcId="{7DD5849F-2F8E-40FE-A136-E0616BB0A3FA}" destId="{B713215D-852E-4622-B70F-0270B2A5E098}" srcOrd="0" destOrd="0" presId="urn:microsoft.com/office/officeart/2008/layout/AlternatingHexagons"/>
    <dgm:cxn modelId="{704BA544-7522-4B71-B4F8-5C168C647535}" type="presParOf" srcId="{7DD5849F-2F8E-40FE-A136-E0616BB0A3FA}" destId="{F5EE8F6D-4B65-4AAE-90D3-A4F7F3753CEB}" srcOrd="1" destOrd="0" presId="urn:microsoft.com/office/officeart/2008/layout/AlternatingHexagons"/>
    <dgm:cxn modelId="{E57E097F-C917-4767-B42F-C35465F0CFDC}" type="presParOf" srcId="{7DD5849F-2F8E-40FE-A136-E0616BB0A3FA}" destId="{C40EEA83-691C-484F-A5F2-D2644F0C21E0}" srcOrd="2" destOrd="0" presId="urn:microsoft.com/office/officeart/2008/layout/AlternatingHexagons"/>
    <dgm:cxn modelId="{868AA41D-A0CD-463F-AA45-41046C2BED26}" type="presParOf" srcId="{7DD5849F-2F8E-40FE-A136-E0616BB0A3FA}" destId="{C7109172-29D2-4FDB-87B7-77D779534CA7}" srcOrd="3" destOrd="0" presId="urn:microsoft.com/office/officeart/2008/layout/AlternatingHexagons"/>
    <dgm:cxn modelId="{3F9111FB-1B7C-4ED0-830B-A91A55C1DE34}" type="presParOf" srcId="{7DD5849F-2F8E-40FE-A136-E0616BB0A3FA}" destId="{CD8B9F87-B409-4C4E-B357-991591C58F69}" srcOrd="4" destOrd="0" presId="urn:microsoft.com/office/officeart/2008/layout/AlternatingHexagons"/>
    <dgm:cxn modelId="{279063A5-E779-4D69-8E7F-8A3577FD4AD7}" type="presParOf" srcId="{CD1CBE48-0897-4C28-A089-B14D3D9512EA}" destId="{1E42463A-BB31-4A86-AA90-5114648180E6}" srcOrd="3" destOrd="0" presId="urn:microsoft.com/office/officeart/2008/layout/AlternatingHexagons"/>
    <dgm:cxn modelId="{524C6DD1-05E5-4294-BBAF-A8C1313EB702}" type="presParOf" srcId="{CD1CBE48-0897-4C28-A089-B14D3D9512EA}" destId="{13A1EC8B-668E-4954-9F37-465C729B32AD}" srcOrd="4" destOrd="0" presId="urn:microsoft.com/office/officeart/2008/layout/AlternatingHexagons"/>
    <dgm:cxn modelId="{FBDA4CD5-D518-49CD-B2D1-9507343CDC5C}" type="presParOf" srcId="{13A1EC8B-668E-4954-9F37-465C729B32AD}" destId="{A74FB9ED-3CB0-4910-AF32-BB76B25E0B15}" srcOrd="0" destOrd="0" presId="urn:microsoft.com/office/officeart/2008/layout/AlternatingHexagons"/>
    <dgm:cxn modelId="{3523AB81-AEE3-4466-82D7-A669D233FF75}" type="presParOf" srcId="{13A1EC8B-668E-4954-9F37-465C729B32AD}" destId="{4DFFBB74-8B24-4EB5-8C9A-BA9C63C5A57B}" srcOrd="1" destOrd="0" presId="urn:microsoft.com/office/officeart/2008/layout/AlternatingHexagons"/>
    <dgm:cxn modelId="{6304D1AE-2DB9-4DEF-AEC8-8F7587F182E1}" type="presParOf" srcId="{13A1EC8B-668E-4954-9F37-465C729B32AD}" destId="{6CC980EC-F2A7-491F-B3D1-290B02B1A29D}" srcOrd="2" destOrd="0" presId="urn:microsoft.com/office/officeart/2008/layout/AlternatingHexagons"/>
    <dgm:cxn modelId="{41D49DF5-F99C-4C2B-82C0-4A370772B878}" type="presParOf" srcId="{13A1EC8B-668E-4954-9F37-465C729B32AD}" destId="{D9C3ECF9-F084-4E1C-A5AC-C9CF27634BA1}" srcOrd="3" destOrd="0" presId="urn:microsoft.com/office/officeart/2008/layout/AlternatingHexagons"/>
    <dgm:cxn modelId="{83B84E29-D287-4794-AAFA-E1BFD28ABE5B}" type="presParOf" srcId="{13A1EC8B-668E-4954-9F37-465C729B32AD}" destId="{25E37AA6-4AA3-47BE-BE2D-E9062776F72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301C73-1100-4FF9-8045-0492F893A32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F5A39-A233-4576-87A0-290BADC3DBF0}">
      <dgm:prSet phldrT="[Text]"/>
      <dgm:spPr/>
      <dgm:t>
        <a:bodyPr/>
        <a:lstStyle/>
        <a:p>
          <a:r>
            <a:rPr lang="en-US" dirty="0"/>
            <a:t>TEAM LEADER</a:t>
          </a:r>
        </a:p>
      </dgm:t>
    </dgm:pt>
    <dgm:pt modelId="{7751C49A-4E72-4842-BD2F-EF4F588511E0}" type="parTrans" cxnId="{C93FAAAC-578B-4B9B-A335-6A7BF7554CDE}">
      <dgm:prSet/>
      <dgm:spPr/>
      <dgm:t>
        <a:bodyPr/>
        <a:lstStyle/>
        <a:p>
          <a:endParaRPr lang="en-US"/>
        </a:p>
      </dgm:t>
    </dgm:pt>
    <dgm:pt modelId="{C5DE2257-D8B2-417D-AE8A-FA95B2D5EE45}" type="sibTrans" cxnId="{C93FAAAC-578B-4B9B-A335-6A7BF7554CDE}">
      <dgm:prSet/>
      <dgm:spPr/>
      <dgm:t>
        <a:bodyPr/>
        <a:lstStyle/>
        <a:p>
          <a:endParaRPr lang="en-US"/>
        </a:p>
      </dgm:t>
    </dgm:pt>
    <dgm:pt modelId="{09C703FA-94B5-4256-9DE7-7239EC8D67B9}">
      <dgm:prSet phldrT="[Text]"/>
      <dgm:spPr/>
      <dgm:t>
        <a:bodyPr/>
        <a:lstStyle/>
        <a:p>
          <a:r>
            <a:rPr lang="en-US" dirty="0"/>
            <a:t>Amishi Sharma</a:t>
          </a:r>
        </a:p>
      </dgm:t>
    </dgm:pt>
    <dgm:pt modelId="{218B6E63-A7B7-4D61-A22B-BF61D73B5125}" type="parTrans" cxnId="{94B203D8-9A5C-4A3B-8010-31247DB1DAA2}">
      <dgm:prSet/>
      <dgm:spPr/>
      <dgm:t>
        <a:bodyPr/>
        <a:lstStyle/>
        <a:p>
          <a:endParaRPr lang="en-US"/>
        </a:p>
      </dgm:t>
    </dgm:pt>
    <dgm:pt modelId="{5C5B614D-F204-4BB0-B167-3394847E5E7F}" type="sibTrans" cxnId="{94B203D8-9A5C-4A3B-8010-31247DB1DAA2}">
      <dgm:prSet/>
      <dgm:spPr/>
      <dgm:t>
        <a:bodyPr/>
        <a:lstStyle/>
        <a:p>
          <a:endParaRPr lang="en-US"/>
        </a:p>
      </dgm:t>
    </dgm:pt>
    <dgm:pt modelId="{F879D6AC-36F8-4C95-8CFA-F68ED63A2D35}">
      <dgm:prSet phldrT="[Text]"/>
      <dgm:spPr/>
      <dgm:t>
        <a:bodyPr/>
        <a:lstStyle/>
        <a:p>
          <a:r>
            <a:rPr lang="en-US" dirty="0"/>
            <a:t>Branch – CSE(AI)</a:t>
          </a:r>
        </a:p>
      </dgm:t>
    </dgm:pt>
    <dgm:pt modelId="{EA1E9578-3100-4633-93CB-A1E1E74CA988}" type="parTrans" cxnId="{D792A83B-F79A-4A89-803F-79CEB8892251}">
      <dgm:prSet/>
      <dgm:spPr/>
      <dgm:t>
        <a:bodyPr/>
        <a:lstStyle/>
        <a:p>
          <a:endParaRPr lang="en-US"/>
        </a:p>
      </dgm:t>
    </dgm:pt>
    <dgm:pt modelId="{C2C9FFEC-FFC1-4D16-BCC1-6A2A06B0FB41}" type="sibTrans" cxnId="{D792A83B-F79A-4A89-803F-79CEB8892251}">
      <dgm:prSet/>
      <dgm:spPr/>
      <dgm:t>
        <a:bodyPr/>
        <a:lstStyle/>
        <a:p>
          <a:endParaRPr lang="en-US"/>
        </a:p>
      </dgm:t>
    </dgm:pt>
    <dgm:pt modelId="{3F258DC4-5A66-4757-97F2-EFBB4DFFD6CE}">
      <dgm:prSet phldrT="[Text]"/>
      <dgm:spPr/>
      <dgm:t>
        <a:bodyPr/>
        <a:lstStyle/>
        <a:p>
          <a:r>
            <a:rPr lang="en-US" dirty="0"/>
            <a:t>Member 1</a:t>
          </a:r>
        </a:p>
      </dgm:t>
    </dgm:pt>
    <dgm:pt modelId="{203CF4CC-1697-4F99-94F1-2FD43439CE46}" type="parTrans" cxnId="{4B8BB286-61EC-414E-AC5E-FF01D95F0672}">
      <dgm:prSet/>
      <dgm:spPr/>
      <dgm:t>
        <a:bodyPr/>
        <a:lstStyle/>
        <a:p>
          <a:endParaRPr lang="en-US"/>
        </a:p>
      </dgm:t>
    </dgm:pt>
    <dgm:pt modelId="{74DEB04E-86A3-497D-AB02-BE14BB319E65}" type="sibTrans" cxnId="{4B8BB286-61EC-414E-AC5E-FF01D95F0672}">
      <dgm:prSet/>
      <dgm:spPr/>
      <dgm:t>
        <a:bodyPr/>
        <a:lstStyle/>
        <a:p>
          <a:endParaRPr lang="en-US"/>
        </a:p>
      </dgm:t>
    </dgm:pt>
    <dgm:pt modelId="{FEB6EDE1-72E2-4DA3-A55A-68E9E9322A67}">
      <dgm:prSet phldrT="[Text]"/>
      <dgm:spPr/>
      <dgm:t>
        <a:bodyPr/>
        <a:lstStyle/>
        <a:p>
          <a:r>
            <a:rPr lang="en-US" dirty="0"/>
            <a:t>Amishi Gupta</a:t>
          </a:r>
        </a:p>
      </dgm:t>
    </dgm:pt>
    <dgm:pt modelId="{319C818F-4A1F-43ED-9030-FCE2BED878FF}" type="parTrans" cxnId="{973062F3-2E02-43BE-A513-5F8B61C7315F}">
      <dgm:prSet/>
      <dgm:spPr/>
      <dgm:t>
        <a:bodyPr/>
        <a:lstStyle/>
        <a:p>
          <a:endParaRPr lang="en-US"/>
        </a:p>
      </dgm:t>
    </dgm:pt>
    <dgm:pt modelId="{8EDA65FF-C941-47F6-9235-77CF169AD168}" type="sibTrans" cxnId="{973062F3-2E02-43BE-A513-5F8B61C7315F}">
      <dgm:prSet/>
      <dgm:spPr/>
      <dgm:t>
        <a:bodyPr/>
        <a:lstStyle/>
        <a:p>
          <a:endParaRPr lang="en-US"/>
        </a:p>
      </dgm:t>
    </dgm:pt>
    <dgm:pt modelId="{3AE8B9EC-B22A-43DD-A3E7-55B960E23E24}">
      <dgm:prSet phldrT="[Text]"/>
      <dgm:spPr/>
      <dgm:t>
        <a:bodyPr/>
        <a:lstStyle/>
        <a:p>
          <a:r>
            <a:rPr lang="en-US" dirty="0"/>
            <a:t>Roll No – 2200291520030</a:t>
          </a:r>
        </a:p>
      </dgm:t>
    </dgm:pt>
    <dgm:pt modelId="{64E092FD-FC22-4853-9996-A09D8BBBED05}" type="parTrans" cxnId="{6DC08681-54C0-4D46-B773-9BFF99A5342C}">
      <dgm:prSet/>
      <dgm:spPr/>
      <dgm:t>
        <a:bodyPr/>
        <a:lstStyle/>
        <a:p>
          <a:endParaRPr lang="en-US"/>
        </a:p>
      </dgm:t>
    </dgm:pt>
    <dgm:pt modelId="{C96547F3-3147-416C-BFA8-67A4990BC0D7}" type="sibTrans" cxnId="{6DC08681-54C0-4D46-B773-9BFF99A5342C}">
      <dgm:prSet/>
      <dgm:spPr/>
      <dgm:t>
        <a:bodyPr/>
        <a:lstStyle/>
        <a:p>
          <a:endParaRPr lang="en-US"/>
        </a:p>
      </dgm:t>
    </dgm:pt>
    <dgm:pt modelId="{F4C22B23-FC0F-4D60-A54E-028C6A742310}">
      <dgm:prSet phldrT="[Text]"/>
      <dgm:spPr/>
      <dgm:t>
        <a:bodyPr/>
        <a:lstStyle/>
        <a:p>
          <a:r>
            <a:rPr lang="en-US" dirty="0"/>
            <a:t>Member 2</a:t>
          </a:r>
        </a:p>
      </dgm:t>
    </dgm:pt>
    <dgm:pt modelId="{B06B35AC-9754-4AF3-B0A5-BA030B3E4B59}" type="parTrans" cxnId="{4C4836D8-318B-4FE9-83DB-7099B6447AA4}">
      <dgm:prSet/>
      <dgm:spPr/>
      <dgm:t>
        <a:bodyPr/>
        <a:lstStyle/>
        <a:p>
          <a:endParaRPr lang="en-US"/>
        </a:p>
      </dgm:t>
    </dgm:pt>
    <dgm:pt modelId="{30C024C1-D949-4E03-9010-4180034F1A54}" type="sibTrans" cxnId="{4C4836D8-318B-4FE9-83DB-7099B6447AA4}">
      <dgm:prSet/>
      <dgm:spPr/>
      <dgm:t>
        <a:bodyPr/>
        <a:lstStyle/>
        <a:p>
          <a:endParaRPr lang="en-US"/>
        </a:p>
      </dgm:t>
    </dgm:pt>
    <dgm:pt modelId="{A0B37C7A-C1EC-4EBB-8F96-1B62E26692A9}">
      <dgm:prSet phldrT="[Text]"/>
      <dgm:spPr/>
      <dgm:t>
        <a:bodyPr/>
        <a:lstStyle/>
        <a:p>
          <a:r>
            <a:rPr lang="en-US" dirty="0"/>
            <a:t>Cherry Garg</a:t>
          </a:r>
        </a:p>
      </dgm:t>
    </dgm:pt>
    <dgm:pt modelId="{6B211858-0DE6-411A-B688-213EC47D61E9}" type="parTrans" cxnId="{56173946-C4AE-49EE-A6E1-8348A32948B0}">
      <dgm:prSet/>
      <dgm:spPr/>
      <dgm:t>
        <a:bodyPr/>
        <a:lstStyle/>
        <a:p>
          <a:endParaRPr lang="en-US"/>
        </a:p>
      </dgm:t>
    </dgm:pt>
    <dgm:pt modelId="{7D99482C-528F-437B-88F0-B5646392C7DB}" type="sibTrans" cxnId="{56173946-C4AE-49EE-A6E1-8348A32948B0}">
      <dgm:prSet/>
      <dgm:spPr/>
      <dgm:t>
        <a:bodyPr/>
        <a:lstStyle/>
        <a:p>
          <a:endParaRPr lang="en-US"/>
        </a:p>
      </dgm:t>
    </dgm:pt>
    <dgm:pt modelId="{23303F3A-E3A8-472A-BDF6-6039BD405BBB}">
      <dgm:prSet phldrT="[Text]"/>
      <dgm:spPr/>
      <dgm:t>
        <a:bodyPr/>
        <a:lstStyle/>
        <a:p>
          <a:r>
            <a:rPr lang="en-US" dirty="0"/>
            <a:t>Roll No – 2200291520064</a:t>
          </a:r>
        </a:p>
      </dgm:t>
    </dgm:pt>
    <dgm:pt modelId="{53C6A21E-C633-4E98-B1B4-05943F1E5086}" type="parTrans" cxnId="{B46D38CF-19F0-4EE2-8734-5720506E3E67}">
      <dgm:prSet/>
      <dgm:spPr/>
      <dgm:t>
        <a:bodyPr/>
        <a:lstStyle/>
        <a:p>
          <a:endParaRPr lang="en-US"/>
        </a:p>
      </dgm:t>
    </dgm:pt>
    <dgm:pt modelId="{DFA234B0-77D8-430B-8074-B21DC19683C3}" type="sibTrans" cxnId="{B46D38CF-19F0-4EE2-8734-5720506E3E67}">
      <dgm:prSet/>
      <dgm:spPr/>
      <dgm:t>
        <a:bodyPr/>
        <a:lstStyle/>
        <a:p>
          <a:endParaRPr lang="en-US"/>
        </a:p>
      </dgm:t>
    </dgm:pt>
    <dgm:pt modelId="{2B7F92E8-1F77-457F-B40F-A39B8AC258FF}">
      <dgm:prSet phldrT="[Text]"/>
      <dgm:spPr/>
      <dgm:t>
        <a:bodyPr/>
        <a:lstStyle/>
        <a:p>
          <a:r>
            <a:rPr lang="en-US" dirty="0"/>
            <a:t>Roll No - 2200291520031</a:t>
          </a:r>
        </a:p>
      </dgm:t>
    </dgm:pt>
    <dgm:pt modelId="{B8DD0D95-DEE1-4E02-9FAA-B244399CAB91}" type="parTrans" cxnId="{F1CB662C-CF32-4FBF-946B-4ECB3369F322}">
      <dgm:prSet/>
      <dgm:spPr/>
      <dgm:t>
        <a:bodyPr/>
        <a:lstStyle/>
        <a:p>
          <a:endParaRPr lang="en-US"/>
        </a:p>
      </dgm:t>
    </dgm:pt>
    <dgm:pt modelId="{1B243079-0EBB-4237-8530-75C5D586F885}" type="sibTrans" cxnId="{F1CB662C-CF32-4FBF-946B-4ECB3369F322}">
      <dgm:prSet/>
      <dgm:spPr/>
      <dgm:t>
        <a:bodyPr/>
        <a:lstStyle/>
        <a:p>
          <a:endParaRPr lang="en-US"/>
        </a:p>
      </dgm:t>
    </dgm:pt>
    <dgm:pt modelId="{06263B9D-89CF-4D4E-ACF8-2D5B02F6E3F0}">
      <dgm:prSet phldrT="[Text]"/>
      <dgm:spPr/>
      <dgm:t>
        <a:bodyPr/>
        <a:lstStyle/>
        <a:p>
          <a:r>
            <a:rPr lang="en-US" dirty="0"/>
            <a:t>Branch – CSE(AI)</a:t>
          </a:r>
        </a:p>
      </dgm:t>
    </dgm:pt>
    <dgm:pt modelId="{A9559FD7-9A53-4E60-8B2C-7DD9E6C62B2C}" type="parTrans" cxnId="{4F319D56-985D-484A-BE2E-154579B1D6A2}">
      <dgm:prSet/>
      <dgm:spPr/>
      <dgm:t>
        <a:bodyPr/>
        <a:lstStyle/>
        <a:p>
          <a:endParaRPr lang="en-US"/>
        </a:p>
      </dgm:t>
    </dgm:pt>
    <dgm:pt modelId="{79758D81-D183-4F23-8239-54849F2A9028}" type="sibTrans" cxnId="{4F319D56-985D-484A-BE2E-154579B1D6A2}">
      <dgm:prSet/>
      <dgm:spPr/>
      <dgm:t>
        <a:bodyPr/>
        <a:lstStyle/>
        <a:p>
          <a:endParaRPr lang="en-US"/>
        </a:p>
      </dgm:t>
    </dgm:pt>
    <dgm:pt modelId="{45068DE7-0289-488D-9A4C-8344A24C9021}">
      <dgm:prSet phldrT="[Text]"/>
      <dgm:spPr/>
      <dgm:t>
        <a:bodyPr/>
        <a:lstStyle/>
        <a:p>
          <a:r>
            <a:rPr lang="en-US" dirty="0"/>
            <a:t>Branch – CSE(AI)</a:t>
          </a:r>
        </a:p>
      </dgm:t>
    </dgm:pt>
    <dgm:pt modelId="{2A08041D-0682-448E-A653-5C82E5832416}" type="parTrans" cxnId="{C7966A3B-8907-41B8-BB2E-FF28C923B6FE}">
      <dgm:prSet/>
      <dgm:spPr/>
      <dgm:t>
        <a:bodyPr/>
        <a:lstStyle/>
        <a:p>
          <a:endParaRPr lang="en-US"/>
        </a:p>
      </dgm:t>
    </dgm:pt>
    <dgm:pt modelId="{A890A532-2882-444A-806E-50FC5EC8DDE6}" type="sibTrans" cxnId="{C7966A3B-8907-41B8-BB2E-FF28C923B6FE}">
      <dgm:prSet/>
      <dgm:spPr/>
      <dgm:t>
        <a:bodyPr/>
        <a:lstStyle/>
        <a:p>
          <a:endParaRPr lang="en-US"/>
        </a:p>
      </dgm:t>
    </dgm:pt>
    <dgm:pt modelId="{F854FF53-B1FD-458C-867F-BCEA34A685B9}" type="pres">
      <dgm:prSet presAssocID="{F8301C73-1100-4FF9-8045-0492F893A323}" presName="linearFlow" presStyleCnt="0">
        <dgm:presLayoutVars>
          <dgm:dir/>
          <dgm:animLvl val="lvl"/>
          <dgm:resizeHandles val="exact"/>
        </dgm:presLayoutVars>
      </dgm:prSet>
      <dgm:spPr/>
    </dgm:pt>
    <dgm:pt modelId="{04C0E57C-42C4-4534-BC10-957A6969671A}" type="pres">
      <dgm:prSet presAssocID="{981F5A39-A233-4576-87A0-290BADC3DBF0}" presName="composite" presStyleCnt="0"/>
      <dgm:spPr/>
    </dgm:pt>
    <dgm:pt modelId="{82688213-BB85-4368-8023-70F3A4BF018B}" type="pres">
      <dgm:prSet presAssocID="{981F5A39-A233-4576-87A0-290BADC3DBF0}" presName="parentText" presStyleLbl="alignNode1" presStyleIdx="0" presStyleCnt="3" custLinFactNeighborY="0">
        <dgm:presLayoutVars>
          <dgm:chMax val="1"/>
          <dgm:bulletEnabled val="1"/>
        </dgm:presLayoutVars>
      </dgm:prSet>
      <dgm:spPr/>
    </dgm:pt>
    <dgm:pt modelId="{2C74ACB7-28DD-4B4B-B938-19D99E9451B6}" type="pres">
      <dgm:prSet presAssocID="{981F5A39-A233-4576-87A0-290BADC3DBF0}" presName="descendantText" presStyleLbl="alignAcc1" presStyleIdx="0" presStyleCnt="3">
        <dgm:presLayoutVars>
          <dgm:bulletEnabled val="1"/>
        </dgm:presLayoutVars>
      </dgm:prSet>
      <dgm:spPr/>
    </dgm:pt>
    <dgm:pt modelId="{287C0CB7-98E9-44FD-8CEC-B121C0C72855}" type="pres">
      <dgm:prSet presAssocID="{C5DE2257-D8B2-417D-AE8A-FA95B2D5EE45}" presName="sp" presStyleCnt="0"/>
      <dgm:spPr/>
    </dgm:pt>
    <dgm:pt modelId="{49A4D19E-8858-4334-9D45-78A021DB2403}" type="pres">
      <dgm:prSet presAssocID="{3F258DC4-5A66-4757-97F2-EFBB4DFFD6CE}" presName="composite" presStyleCnt="0"/>
      <dgm:spPr/>
    </dgm:pt>
    <dgm:pt modelId="{ABEA693F-0CDC-4946-9E54-C3D3C66885FB}" type="pres">
      <dgm:prSet presAssocID="{3F258DC4-5A66-4757-97F2-EFBB4DFFD6CE}" presName="parentText" presStyleLbl="alignNode1" presStyleIdx="1" presStyleCnt="3" custLinFactNeighborY="0">
        <dgm:presLayoutVars>
          <dgm:chMax val="1"/>
          <dgm:bulletEnabled val="1"/>
        </dgm:presLayoutVars>
      </dgm:prSet>
      <dgm:spPr/>
    </dgm:pt>
    <dgm:pt modelId="{1B37FEF3-5B50-478E-B63E-D43E920BB25F}" type="pres">
      <dgm:prSet presAssocID="{3F258DC4-5A66-4757-97F2-EFBB4DFFD6CE}" presName="descendantText" presStyleLbl="alignAcc1" presStyleIdx="1" presStyleCnt="3">
        <dgm:presLayoutVars>
          <dgm:bulletEnabled val="1"/>
        </dgm:presLayoutVars>
      </dgm:prSet>
      <dgm:spPr/>
    </dgm:pt>
    <dgm:pt modelId="{9E0A27D3-602C-4A92-B641-5873918AACB0}" type="pres">
      <dgm:prSet presAssocID="{74DEB04E-86A3-497D-AB02-BE14BB319E65}" presName="sp" presStyleCnt="0"/>
      <dgm:spPr/>
    </dgm:pt>
    <dgm:pt modelId="{14694F82-9A73-4A1F-B8A9-41BC68B2BA22}" type="pres">
      <dgm:prSet presAssocID="{F4C22B23-FC0F-4D60-A54E-028C6A742310}" presName="composite" presStyleCnt="0"/>
      <dgm:spPr/>
    </dgm:pt>
    <dgm:pt modelId="{B6968969-E45A-426D-BC7F-1982D1BD1921}" type="pres">
      <dgm:prSet presAssocID="{F4C22B23-FC0F-4D60-A54E-028C6A74231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40B22C1-F07C-45B6-8D3D-E031157738EB}" type="pres">
      <dgm:prSet presAssocID="{F4C22B23-FC0F-4D60-A54E-028C6A74231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64EEA05-EF9B-4C37-8421-0B0241A34F86}" type="presOf" srcId="{06263B9D-89CF-4D4E-ACF8-2D5B02F6E3F0}" destId="{1B37FEF3-5B50-478E-B63E-D43E920BB25F}" srcOrd="0" destOrd="2" presId="urn:microsoft.com/office/officeart/2005/8/layout/chevron2"/>
    <dgm:cxn modelId="{DC6A7110-38C2-4EA1-8DDC-7287D9680740}" type="presOf" srcId="{981F5A39-A233-4576-87A0-290BADC3DBF0}" destId="{82688213-BB85-4368-8023-70F3A4BF018B}" srcOrd="0" destOrd="0" presId="urn:microsoft.com/office/officeart/2005/8/layout/chevron2"/>
    <dgm:cxn modelId="{F1CB662C-CF32-4FBF-946B-4ECB3369F322}" srcId="{981F5A39-A233-4576-87A0-290BADC3DBF0}" destId="{2B7F92E8-1F77-457F-B40F-A39B8AC258FF}" srcOrd="1" destOrd="0" parTransId="{B8DD0D95-DEE1-4E02-9FAA-B244399CAB91}" sibTransId="{1B243079-0EBB-4237-8530-75C5D586F885}"/>
    <dgm:cxn modelId="{C7966A3B-8907-41B8-BB2E-FF28C923B6FE}" srcId="{F4C22B23-FC0F-4D60-A54E-028C6A742310}" destId="{45068DE7-0289-488D-9A4C-8344A24C9021}" srcOrd="2" destOrd="0" parTransId="{2A08041D-0682-448E-A653-5C82E5832416}" sibTransId="{A890A532-2882-444A-806E-50FC5EC8DDE6}"/>
    <dgm:cxn modelId="{D792A83B-F79A-4A89-803F-79CEB8892251}" srcId="{981F5A39-A233-4576-87A0-290BADC3DBF0}" destId="{F879D6AC-36F8-4C95-8CFA-F68ED63A2D35}" srcOrd="2" destOrd="0" parTransId="{EA1E9578-3100-4633-93CB-A1E1E74CA988}" sibTransId="{C2C9FFEC-FFC1-4D16-BCC1-6A2A06B0FB41}"/>
    <dgm:cxn modelId="{82C7A663-BD84-4343-953E-025DC47CA54A}" type="presOf" srcId="{A0B37C7A-C1EC-4EBB-8F96-1B62E26692A9}" destId="{140B22C1-F07C-45B6-8D3D-E031157738EB}" srcOrd="0" destOrd="0" presId="urn:microsoft.com/office/officeart/2005/8/layout/chevron2"/>
    <dgm:cxn modelId="{56173946-C4AE-49EE-A6E1-8348A32948B0}" srcId="{F4C22B23-FC0F-4D60-A54E-028C6A742310}" destId="{A0B37C7A-C1EC-4EBB-8F96-1B62E26692A9}" srcOrd="0" destOrd="0" parTransId="{6B211858-0DE6-411A-B688-213EC47D61E9}" sibTransId="{7D99482C-528F-437B-88F0-B5646392C7DB}"/>
    <dgm:cxn modelId="{4F319D56-985D-484A-BE2E-154579B1D6A2}" srcId="{3F258DC4-5A66-4757-97F2-EFBB4DFFD6CE}" destId="{06263B9D-89CF-4D4E-ACF8-2D5B02F6E3F0}" srcOrd="2" destOrd="0" parTransId="{A9559FD7-9A53-4E60-8B2C-7DD9E6C62B2C}" sibTransId="{79758D81-D183-4F23-8239-54849F2A9028}"/>
    <dgm:cxn modelId="{05C0DB77-BFDA-462F-B4F0-FA172408051C}" type="presOf" srcId="{3F258DC4-5A66-4757-97F2-EFBB4DFFD6CE}" destId="{ABEA693F-0CDC-4946-9E54-C3D3C66885FB}" srcOrd="0" destOrd="0" presId="urn:microsoft.com/office/officeart/2005/8/layout/chevron2"/>
    <dgm:cxn modelId="{6DC08681-54C0-4D46-B773-9BFF99A5342C}" srcId="{3F258DC4-5A66-4757-97F2-EFBB4DFFD6CE}" destId="{3AE8B9EC-B22A-43DD-A3E7-55B960E23E24}" srcOrd="1" destOrd="0" parTransId="{64E092FD-FC22-4853-9996-A09D8BBBED05}" sibTransId="{C96547F3-3147-416C-BFA8-67A4990BC0D7}"/>
    <dgm:cxn modelId="{4B8BB286-61EC-414E-AC5E-FF01D95F0672}" srcId="{F8301C73-1100-4FF9-8045-0492F893A323}" destId="{3F258DC4-5A66-4757-97F2-EFBB4DFFD6CE}" srcOrd="1" destOrd="0" parTransId="{203CF4CC-1697-4F99-94F1-2FD43439CE46}" sibTransId="{74DEB04E-86A3-497D-AB02-BE14BB319E65}"/>
    <dgm:cxn modelId="{9D8AB3A0-16E0-4893-8444-241BA3882C63}" type="presOf" srcId="{3AE8B9EC-B22A-43DD-A3E7-55B960E23E24}" destId="{1B37FEF3-5B50-478E-B63E-D43E920BB25F}" srcOrd="0" destOrd="1" presId="urn:microsoft.com/office/officeart/2005/8/layout/chevron2"/>
    <dgm:cxn modelId="{5153E2A7-0883-4869-BAE4-B16855930E10}" type="presOf" srcId="{F4C22B23-FC0F-4D60-A54E-028C6A742310}" destId="{B6968969-E45A-426D-BC7F-1982D1BD1921}" srcOrd="0" destOrd="0" presId="urn:microsoft.com/office/officeart/2005/8/layout/chevron2"/>
    <dgm:cxn modelId="{C93FAAAC-578B-4B9B-A335-6A7BF7554CDE}" srcId="{F8301C73-1100-4FF9-8045-0492F893A323}" destId="{981F5A39-A233-4576-87A0-290BADC3DBF0}" srcOrd="0" destOrd="0" parTransId="{7751C49A-4E72-4842-BD2F-EF4F588511E0}" sibTransId="{C5DE2257-D8B2-417D-AE8A-FA95B2D5EE45}"/>
    <dgm:cxn modelId="{47CCF7B0-F18F-405C-9631-D9FA533B0562}" type="presOf" srcId="{2B7F92E8-1F77-457F-B40F-A39B8AC258FF}" destId="{2C74ACB7-28DD-4B4B-B938-19D99E9451B6}" srcOrd="0" destOrd="1" presId="urn:microsoft.com/office/officeart/2005/8/layout/chevron2"/>
    <dgm:cxn modelId="{292CE4B5-6537-40B9-B83B-586CDB5D007D}" type="presOf" srcId="{F8301C73-1100-4FF9-8045-0492F893A323}" destId="{F854FF53-B1FD-458C-867F-BCEA34A685B9}" srcOrd="0" destOrd="0" presId="urn:microsoft.com/office/officeart/2005/8/layout/chevron2"/>
    <dgm:cxn modelId="{24398BC8-82C9-44A9-9511-844340136C6A}" type="presOf" srcId="{FEB6EDE1-72E2-4DA3-A55A-68E9E9322A67}" destId="{1B37FEF3-5B50-478E-B63E-D43E920BB25F}" srcOrd="0" destOrd="0" presId="urn:microsoft.com/office/officeart/2005/8/layout/chevron2"/>
    <dgm:cxn modelId="{B46D38CF-19F0-4EE2-8734-5720506E3E67}" srcId="{F4C22B23-FC0F-4D60-A54E-028C6A742310}" destId="{23303F3A-E3A8-472A-BDF6-6039BD405BBB}" srcOrd="1" destOrd="0" parTransId="{53C6A21E-C633-4E98-B1B4-05943F1E5086}" sibTransId="{DFA234B0-77D8-430B-8074-B21DC19683C3}"/>
    <dgm:cxn modelId="{C8B324D0-4A1D-48F9-BE72-AC8D966B6628}" type="presOf" srcId="{45068DE7-0289-488D-9A4C-8344A24C9021}" destId="{140B22C1-F07C-45B6-8D3D-E031157738EB}" srcOrd="0" destOrd="2" presId="urn:microsoft.com/office/officeart/2005/8/layout/chevron2"/>
    <dgm:cxn modelId="{94B203D8-9A5C-4A3B-8010-31247DB1DAA2}" srcId="{981F5A39-A233-4576-87A0-290BADC3DBF0}" destId="{09C703FA-94B5-4256-9DE7-7239EC8D67B9}" srcOrd="0" destOrd="0" parTransId="{218B6E63-A7B7-4D61-A22B-BF61D73B5125}" sibTransId="{5C5B614D-F204-4BB0-B167-3394847E5E7F}"/>
    <dgm:cxn modelId="{4C4836D8-318B-4FE9-83DB-7099B6447AA4}" srcId="{F8301C73-1100-4FF9-8045-0492F893A323}" destId="{F4C22B23-FC0F-4D60-A54E-028C6A742310}" srcOrd="2" destOrd="0" parTransId="{B06B35AC-9754-4AF3-B0A5-BA030B3E4B59}" sibTransId="{30C024C1-D949-4E03-9010-4180034F1A54}"/>
    <dgm:cxn modelId="{94AC34EA-C724-40AE-9E41-B533F83A12B5}" type="presOf" srcId="{23303F3A-E3A8-472A-BDF6-6039BD405BBB}" destId="{140B22C1-F07C-45B6-8D3D-E031157738EB}" srcOrd="0" destOrd="1" presId="urn:microsoft.com/office/officeart/2005/8/layout/chevron2"/>
    <dgm:cxn modelId="{973062F3-2E02-43BE-A513-5F8B61C7315F}" srcId="{3F258DC4-5A66-4757-97F2-EFBB4DFFD6CE}" destId="{FEB6EDE1-72E2-4DA3-A55A-68E9E9322A67}" srcOrd="0" destOrd="0" parTransId="{319C818F-4A1F-43ED-9030-FCE2BED878FF}" sibTransId="{8EDA65FF-C941-47F6-9235-77CF169AD168}"/>
    <dgm:cxn modelId="{D75B84F6-32DB-4F0D-8C15-4A171F04D763}" type="presOf" srcId="{F879D6AC-36F8-4C95-8CFA-F68ED63A2D35}" destId="{2C74ACB7-28DD-4B4B-B938-19D99E9451B6}" srcOrd="0" destOrd="2" presId="urn:microsoft.com/office/officeart/2005/8/layout/chevron2"/>
    <dgm:cxn modelId="{71399CFA-1EBD-4068-87B1-D9BF707DF1A6}" type="presOf" srcId="{09C703FA-94B5-4256-9DE7-7239EC8D67B9}" destId="{2C74ACB7-28DD-4B4B-B938-19D99E9451B6}" srcOrd="0" destOrd="0" presId="urn:microsoft.com/office/officeart/2005/8/layout/chevron2"/>
    <dgm:cxn modelId="{3884DAED-953B-40B3-91D7-E501DB2D56D5}" type="presParOf" srcId="{F854FF53-B1FD-458C-867F-BCEA34A685B9}" destId="{04C0E57C-42C4-4534-BC10-957A6969671A}" srcOrd="0" destOrd="0" presId="urn:microsoft.com/office/officeart/2005/8/layout/chevron2"/>
    <dgm:cxn modelId="{9BFC6ADE-9014-4CB3-B1E0-246889392333}" type="presParOf" srcId="{04C0E57C-42C4-4534-BC10-957A6969671A}" destId="{82688213-BB85-4368-8023-70F3A4BF018B}" srcOrd="0" destOrd="0" presId="urn:microsoft.com/office/officeart/2005/8/layout/chevron2"/>
    <dgm:cxn modelId="{2D28EC1B-49DF-4D23-AFB9-9B595189C433}" type="presParOf" srcId="{04C0E57C-42C4-4534-BC10-957A6969671A}" destId="{2C74ACB7-28DD-4B4B-B938-19D99E9451B6}" srcOrd="1" destOrd="0" presId="urn:microsoft.com/office/officeart/2005/8/layout/chevron2"/>
    <dgm:cxn modelId="{2E3B378B-BD11-4A5C-86E6-C30FCB805559}" type="presParOf" srcId="{F854FF53-B1FD-458C-867F-BCEA34A685B9}" destId="{287C0CB7-98E9-44FD-8CEC-B121C0C72855}" srcOrd="1" destOrd="0" presId="urn:microsoft.com/office/officeart/2005/8/layout/chevron2"/>
    <dgm:cxn modelId="{1F084E0E-6A04-4A98-91FD-C8F239A66485}" type="presParOf" srcId="{F854FF53-B1FD-458C-867F-BCEA34A685B9}" destId="{49A4D19E-8858-4334-9D45-78A021DB2403}" srcOrd="2" destOrd="0" presId="urn:microsoft.com/office/officeart/2005/8/layout/chevron2"/>
    <dgm:cxn modelId="{422652C5-68C6-4C39-BE59-A39E27AC5F0D}" type="presParOf" srcId="{49A4D19E-8858-4334-9D45-78A021DB2403}" destId="{ABEA693F-0CDC-4946-9E54-C3D3C66885FB}" srcOrd="0" destOrd="0" presId="urn:microsoft.com/office/officeart/2005/8/layout/chevron2"/>
    <dgm:cxn modelId="{14FE8272-932E-40C6-873B-B961859BD574}" type="presParOf" srcId="{49A4D19E-8858-4334-9D45-78A021DB2403}" destId="{1B37FEF3-5B50-478E-B63E-D43E920BB25F}" srcOrd="1" destOrd="0" presId="urn:microsoft.com/office/officeart/2005/8/layout/chevron2"/>
    <dgm:cxn modelId="{DB306687-DD88-4FF8-B591-29521A8A2F8C}" type="presParOf" srcId="{F854FF53-B1FD-458C-867F-BCEA34A685B9}" destId="{9E0A27D3-602C-4A92-B641-5873918AACB0}" srcOrd="3" destOrd="0" presId="urn:microsoft.com/office/officeart/2005/8/layout/chevron2"/>
    <dgm:cxn modelId="{AC119F5D-0072-4788-B1D9-227F919CFE1E}" type="presParOf" srcId="{F854FF53-B1FD-458C-867F-BCEA34A685B9}" destId="{14694F82-9A73-4A1F-B8A9-41BC68B2BA22}" srcOrd="4" destOrd="0" presId="urn:microsoft.com/office/officeart/2005/8/layout/chevron2"/>
    <dgm:cxn modelId="{80B3A1A0-42C9-4CF4-AF57-0E7EE068D9E9}" type="presParOf" srcId="{14694F82-9A73-4A1F-B8A9-41BC68B2BA22}" destId="{B6968969-E45A-426D-BC7F-1982D1BD1921}" srcOrd="0" destOrd="0" presId="urn:microsoft.com/office/officeart/2005/8/layout/chevron2"/>
    <dgm:cxn modelId="{07C1EB98-E050-4E3C-ACF8-717AAEDBB75E}" type="presParOf" srcId="{14694F82-9A73-4A1F-B8A9-41BC68B2BA22}" destId="{140B22C1-F07C-45B6-8D3D-E031157738E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C4A82-0B70-4109-8B7D-2DB728B0BF28}">
      <dsp:nvSpPr>
        <dsp:cNvPr id="0" name=""/>
        <dsp:cNvSpPr/>
      </dsp:nvSpPr>
      <dsp:spPr>
        <a:xfrm rot="5400000">
          <a:off x="1999393" y="261238"/>
          <a:ext cx="1101604" cy="1009631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 rot="-5400000">
        <a:off x="2206626" y="391188"/>
        <a:ext cx="687137" cy="749732"/>
      </dsp:txXfrm>
    </dsp:sp>
    <dsp:sp modelId="{2C788A47-DE48-4E2F-8B59-5CEB57116FE7}">
      <dsp:nvSpPr>
        <dsp:cNvPr id="0" name=""/>
        <dsp:cNvSpPr/>
      </dsp:nvSpPr>
      <dsp:spPr>
        <a:xfrm>
          <a:off x="3991034" y="297916"/>
          <a:ext cx="1661338" cy="893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286DE-9C20-46F3-9DBF-849C3FD85D36}">
      <dsp:nvSpPr>
        <dsp:cNvPr id="0" name=""/>
        <dsp:cNvSpPr/>
      </dsp:nvSpPr>
      <dsp:spPr>
        <a:xfrm rot="5400000">
          <a:off x="875115" y="205330"/>
          <a:ext cx="1171958" cy="1028643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107730" y="317056"/>
        <a:ext cx="706727" cy="805192"/>
      </dsp:txXfrm>
    </dsp:sp>
    <dsp:sp modelId="{B713215D-852E-4622-B70F-0270B2A5E098}">
      <dsp:nvSpPr>
        <dsp:cNvPr id="0" name=""/>
        <dsp:cNvSpPr/>
      </dsp:nvSpPr>
      <dsp:spPr>
        <a:xfrm rot="5400000">
          <a:off x="1435983" y="1150477"/>
          <a:ext cx="1137927" cy="107785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640918" y="1305092"/>
        <a:ext cx="728056" cy="768629"/>
      </dsp:txXfrm>
    </dsp:sp>
    <dsp:sp modelId="{F5EE8F6D-4B65-4AAE-90D3-A4F7F3753CEB}">
      <dsp:nvSpPr>
        <dsp:cNvPr id="0" name=""/>
        <dsp:cNvSpPr/>
      </dsp:nvSpPr>
      <dsp:spPr>
        <a:xfrm>
          <a:off x="293215" y="1403138"/>
          <a:ext cx="1607747" cy="893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B9F87-B409-4C4E-B357-991591C58F69}">
      <dsp:nvSpPr>
        <dsp:cNvPr id="0" name=""/>
        <dsp:cNvSpPr/>
      </dsp:nvSpPr>
      <dsp:spPr>
        <a:xfrm rot="5400000">
          <a:off x="2542927" y="1225949"/>
          <a:ext cx="1123532" cy="969223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770525" y="1323191"/>
        <a:ext cx="668335" cy="774740"/>
      </dsp:txXfrm>
    </dsp:sp>
    <dsp:sp modelId="{A74FB9ED-3CB0-4910-AF32-BB76B25E0B15}">
      <dsp:nvSpPr>
        <dsp:cNvPr id="0" name=""/>
        <dsp:cNvSpPr/>
      </dsp:nvSpPr>
      <dsp:spPr>
        <a:xfrm rot="5400000">
          <a:off x="2032621" y="2102205"/>
          <a:ext cx="1054801" cy="941080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-5400000">
        <a:off x="2237873" y="2211668"/>
        <a:ext cx="644296" cy="722155"/>
      </dsp:txXfrm>
    </dsp:sp>
    <dsp:sp modelId="{4DFFBB74-8B24-4EB5-8C9A-BA9C63C5A57B}">
      <dsp:nvSpPr>
        <dsp:cNvPr id="0" name=""/>
        <dsp:cNvSpPr/>
      </dsp:nvSpPr>
      <dsp:spPr>
        <a:xfrm>
          <a:off x="3951548" y="2666709"/>
          <a:ext cx="1713986" cy="893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37AA6-4AA3-47BE-BE2D-E9062776F722}">
      <dsp:nvSpPr>
        <dsp:cNvPr id="0" name=""/>
        <dsp:cNvSpPr/>
      </dsp:nvSpPr>
      <dsp:spPr>
        <a:xfrm rot="5400000">
          <a:off x="943419" y="2120631"/>
          <a:ext cx="1126807" cy="1024719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157513" y="2248881"/>
        <a:ext cx="698619" cy="768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C4A82-0B70-4109-8B7D-2DB728B0BF28}">
      <dsp:nvSpPr>
        <dsp:cNvPr id="0" name=""/>
        <dsp:cNvSpPr/>
      </dsp:nvSpPr>
      <dsp:spPr>
        <a:xfrm rot="5400000">
          <a:off x="2134384" y="239067"/>
          <a:ext cx="1098437" cy="100672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 rot="-5400000">
        <a:off x="2341022" y="368643"/>
        <a:ext cx="685160" cy="747577"/>
      </dsp:txXfrm>
    </dsp:sp>
    <dsp:sp modelId="{2C788A47-DE48-4E2F-8B59-5CEB57116FE7}">
      <dsp:nvSpPr>
        <dsp:cNvPr id="0" name=""/>
        <dsp:cNvSpPr/>
      </dsp:nvSpPr>
      <dsp:spPr>
        <a:xfrm>
          <a:off x="4025212" y="298054"/>
          <a:ext cx="1656561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286DE-9C20-46F3-9DBF-849C3FD85D36}">
      <dsp:nvSpPr>
        <dsp:cNvPr id="0" name=""/>
        <dsp:cNvSpPr/>
      </dsp:nvSpPr>
      <dsp:spPr>
        <a:xfrm rot="5400000">
          <a:off x="982914" y="211613"/>
          <a:ext cx="1168588" cy="10256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214860" y="323018"/>
        <a:ext cx="704696" cy="802876"/>
      </dsp:txXfrm>
    </dsp:sp>
    <dsp:sp modelId="{B713215D-852E-4622-B70F-0270B2A5E098}">
      <dsp:nvSpPr>
        <dsp:cNvPr id="0" name=""/>
        <dsp:cNvSpPr/>
      </dsp:nvSpPr>
      <dsp:spPr>
        <a:xfrm rot="5400000">
          <a:off x="1527989" y="1153508"/>
          <a:ext cx="1134655" cy="10747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732336" y="1307678"/>
        <a:ext cx="725961" cy="766419"/>
      </dsp:txXfrm>
    </dsp:sp>
    <dsp:sp modelId="{F5EE8F6D-4B65-4AAE-90D3-A4F7F3753CEB}">
      <dsp:nvSpPr>
        <dsp:cNvPr id="0" name=""/>
        <dsp:cNvSpPr/>
      </dsp:nvSpPr>
      <dsp:spPr>
        <a:xfrm>
          <a:off x="338025" y="1400098"/>
          <a:ext cx="1603124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B9F87-B409-4C4E-B357-991591C58F69}">
      <dsp:nvSpPr>
        <dsp:cNvPr id="0" name=""/>
        <dsp:cNvSpPr/>
      </dsp:nvSpPr>
      <dsp:spPr>
        <a:xfrm rot="5400000">
          <a:off x="2664759" y="1192365"/>
          <a:ext cx="1120301" cy="96643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1703" y="1289328"/>
        <a:ext cx="666412" cy="772511"/>
      </dsp:txXfrm>
    </dsp:sp>
    <dsp:sp modelId="{A74FB9ED-3CB0-4910-AF32-BB76B25E0B15}">
      <dsp:nvSpPr>
        <dsp:cNvPr id="0" name=""/>
        <dsp:cNvSpPr/>
      </dsp:nvSpPr>
      <dsp:spPr>
        <a:xfrm rot="5400000">
          <a:off x="2123544" y="2124957"/>
          <a:ext cx="1051768" cy="9383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-5400000">
        <a:off x="2328206" y="2234105"/>
        <a:ext cx="642444" cy="720078"/>
      </dsp:txXfrm>
    </dsp:sp>
    <dsp:sp modelId="{4DFFBB74-8B24-4EB5-8C9A-BA9C63C5A57B}">
      <dsp:nvSpPr>
        <dsp:cNvPr id="0" name=""/>
        <dsp:cNvSpPr/>
      </dsp:nvSpPr>
      <dsp:spPr>
        <a:xfrm>
          <a:off x="3985839" y="2660036"/>
          <a:ext cx="1709058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37AA6-4AA3-47BE-BE2D-E9062776F722}">
      <dsp:nvSpPr>
        <dsp:cNvPr id="0" name=""/>
        <dsp:cNvSpPr/>
      </dsp:nvSpPr>
      <dsp:spPr>
        <a:xfrm rot="5400000">
          <a:off x="986347" y="2176684"/>
          <a:ext cx="1123567" cy="102177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199825" y="2304565"/>
        <a:ext cx="696611" cy="766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C4A82-0B70-4109-8B7D-2DB728B0BF28}">
      <dsp:nvSpPr>
        <dsp:cNvPr id="0" name=""/>
        <dsp:cNvSpPr/>
      </dsp:nvSpPr>
      <dsp:spPr>
        <a:xfrm rot="5400000">
          <a:off x="2134384" y="239067"/>
          <a:ext cx="1098437" cy="100672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 rot="-5400000">
        <a:off x="2341022" y="368643"/>
        <a:ext cx="685160" cy="747577"/>
      </dsp:txXfrm>
    </dsp:sp>
    <dsp:sp modelId="{2C788A47-DE48-4E2F-8B59-5CEB57116FE7}">
      <dsp:nvSpPr>
        <dsp:cNvPr id="0" name=""/>
        <dsp:cNvSpPr/>
      </dsp:nvSpPr>
      <dsp:spPr>
        <a:xfrm>
          <a:off x="4025212" y="298054"/>
          <a:ext cx="1656561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286DE-9C20-46F3-9DBF-849C3FD85D36}">
      <dsp:nvSpPr>
        <dsp:cNvPr id="0" name=""/>
        <dsp:cNvSpPr/>
      </dsp:nvSpPr>
      <dsp:spPr>
        <a:xfrm rot="5400000">
          <a:off x="982914" y="211613"/>
          <a:ext cx="1168588" cy="102568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214860" y="323018"/>
        <a:ext cx="704696" cy="802876"/>
      </dsp:txXfrm>
    </dsp:sp>
    <dsp:sp modelId="{B713215D-852E-4622-B70F-0270B2A5E098}">
      <dsp:nvSpPr>
        <dsp:cNvPr id="0" name=""/>
        <dsp:cNvSpPr/>
      </dsp:nvSpPr>
      <dsp:spPr>
        <a:xfrm rot="5400000">
          <a:off x="1527989" y="1153508"/>
          <a:ext cx="1134655" cy="107475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732336" y="1307678"/>
        <a:ext cx="725961" cy="766419"/>
      </dsp:txXfrm>
    </dsp:sp>
    <dsp:sp modelId="{F5EE8F6D-4B65-4AAE-90D3-A4F7F3753CEB}">
      <dsp:nvSpPr>
        <dsp:cNvPr id="0" name=""/>
        <dsp:cNvSpPr/>
      </dsp:nvSpPr>
      <dsp:spPr>
        <a:xfrm>
          <a:off x="338025" y="1400098"/>
          <a:ext cx="1603124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B9F87-B409-4C4E-B357-991591C58F69}">
      <dsp:nvSpPr>
        <dsp:cNvPr id="0" name=""/>
        <dsp:cNvSpPr/>
      </dsp:nvSpPr>
      <dsp:spPr>
        <a:xfrm rot="5400000">
          <a:off x="2664759" y="1192365"/>
          <a:ext cx="1120301" cy="96643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1703" y="1289328"/>
        <a:ext cx="666412" cy="772511"/>
      </dsp:txXfrm>
    </dsp:sp>
    <dsp:sp modelId="{A74FB9ED-3CB0-4910-AF32-BB76B25E0B15}">
      <dsp:nvSpPr>
        <dsp:cNvPr id="0" name=""/>
        <dsp:cNvSpPr/>
      </dsp:nvSpPr>
      <dsp:spPr>
        <a:xfrm rot="5400000">
          <a:off x="2123544" y="2124957"/>
          <a:ext cx="1051768" cy="9383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-5400000">
        <a:off x="2328206" y="2234105"/>
        <a:ext cx="642444" cy="720078"/>
      </dsp:txXfrm>
    </dsp:sp>
    <dsp:sp modelId="{4DFFBB74-8B24-4EB5-8C9A-BA9C63C5A57B}">
      <dsp:nvSpPr>
        <dsp:cNvPr id="0" name=""/>
        <dsp:cNvSpPr/>
      </dsp:nvSpPr>
      <dsp:spPr>
        <a:xfrm>
          <a:off x="3985839" y="2660036"/>
          <a:ext cx="1709058" cy="890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37AA6-4AA3-47BE-BE2D-E9062776F722}">
      <dsp:nvSpPr>
        <dsp:cNvPr id="0" name=""/>
        <dsp:cNvSpPr/>
      </dsp:nvSpPr>
      <dsp:spPr>
        <a:xfrm rot="5400000">
          <a:off x="2082699" y="2115676"/>
          <a:ext cx="1123567" cy="102177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296177" y="2243557"/>
        <a:ext cx="696611" cy="7660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C4A82-0B70-4109-8B7D-2DB728B0BF28}">
      <dsp:nvSpPr>
        <dsp:cNvPr id="0" name=""/>
        <dsp:cNvSpPr/>
      </dsp:nvSpPr>
      <dsp:spPr>
        <a:xfrm rot="5400000">
          <a:off x="2039433" y="233540"/>
          <a:ext cx="1074162" cy="98447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 rot="-5400000">
        <a:off x="2241504" y="360252"/>
        <a:ext cx="670019" cy="731056"/>
      </dsp:txXfrm>
    </dsp:sp>
    <dsp:sp modelId="{2C788A47-DE48-4E2F-8B59-5CEB57116FE7}">
      <dsp:nvSpPr>
        <dsp:cNvPr id="0" name=""/>
        <dsp:cNvSpPr/>
      </dsp:nvSpPr>
      <dsp:spPr>
        <a:xfrm>
          <a:off x="3888474" y="291224"/>
          <a:ext cx="1619952" cy="870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286DE-9C20-46F3-9DBF-849C3FD85D36}">
      <dsp:nvSpPr>
        <dsp:cNvPr id="0" name=""/>
        <dsp:cNvSpPr/>
      </dsp:nvSpPr>
      <dsp:spPr>
        <a:xfrm rot="5400000">
          <a:off x="913410" y="206692"/>
          <a:ext cx="1142763" cy="10030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140230" y="315635"/>
        <a:ext cx="689122" cy="785133"/>
      </dsp:txXfrm>
    </dsp:sp>
    <dsp:sp modelId="{B713215D-852E-4622-B70F-0270B2A5E098}">
      <dsp:nvSpPr>
        <dsp:cNvPr id="0" name=""/>
        <dsp:cNvSpPr/>
      </dsp:nvSpPr>
      <dsp:spPr>
        <a:xfrm rot="5400000">
          <a:off x="1446439" y="1127772"/>
          <a:ext cx="1109580" cy="105100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646269" y="1278535"/>
        <a:ext cx="709919" cy="749482"/>
      </dsp:txXfrm>
    </dsp:sp>
    <dsp:sp modelId="{F5EE8F6D-4B65-4AAE-90D3-A4F7F3753CEB}">
      <dsp:nvSpPr>
        <dsp:cNvPr id="0" name=""/>
        <dsp:cNvSpPr/>
      </dsp:nvSpPr>
      <dsp:spPr>
        <a:xfrm>
          <a:off x="282773" y="1368913"/>
          <a:ext cx="1567695" cy="870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B9F87-B409-4C4E-B357-991591C58F69}">
      <dsp:nvSpPr>
        <dsp:cNvPr id="0" name=""/>
        <dsp:cNvSpPr/>
      </dsp:nvSpPr>
      <dsp:spPr>
        <a:xfrm rot="5400000">
          <a:off x="2558086" y="1165771"/>
          <a:ext cx="1095543" cy="9450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780014" y="1260591"/>
        <a:ext cx="651686" cy="755439"/>
      </dsp:txXfrm>
    </dsp:sp>
    <dsp:sp modelId="{A74FB9ED-3CB0-4910-AF32-BB76B25E0B15}">
      <dsp:nvSpPr>
        <dsp:cNvPr id="0" name=""/>
        <dsp:cNvSpPr/>
      </dsp:nvSpPr>
      <dsp:spPr>
        <a:xfrm rot="5400000">
          <a:off x="2028833" y="2077752"/>
          <a:ext cx="1028524" cy="91763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-5400000">
        <a:off x="2228972" y="2184488"/>
        <a:ext cx="628246" cy="704164"/>
      </dsp:txXfrm>
    </dsp:sp>
    <dsp:sp modelId="{4DFFBB74-8B24-4EB5-8C9A-BA9C63C5A57B}">
      <dsp:nvSpPr>
        <dsp:cNvPr id="0" name=""/>
        <dsp:cNvSpPr/>
      </dsp:nvSpPr>
      <dsp:spPr>
        <a:xfrm>
          <a:off x="3849971" y="2601006"/>
          <a:ext cx="1671288" cy="870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37AA6-4AA3-47BE-BE2D-E9062776F722}">
      <dsp:nvSpPr>
        <dsp:cNvPr id="0" name=""/>
        <dsp:cNvSpPr/>
      </dsp:nvSpPr>
      <dsp:spPr>
        <a:xfrm rot="5400000">
          <a:off x="975402" y="2120338"/>
          <a:ext cx="1098737" cy="9991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184162" y="2245393"/>
        <a:ext cx="681216" cy="7490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88213-BB85-4368-8023-70F3A4BF018B}">
      <dsp:nvSpPr>
        <dsp:cNvPr id="0" name=""/>
        <dsp:cNvSpPr/>
      </dsp:nvSpPr>
      <dsp:spPr>
        <a:xfrm rot="5400000">
          <a:off x="-228990" y="229709"/>
          <a:ext cx="1526604" cy="10686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TEAM LEADER</a:t>
          </a:r>
        </a:p>
      </dsp:txBody>
      <dsp:txXfrm rot="-5400000">
        <a:off x="1" y="535031"/>
        <a:ext cx="1068623" cy="457981"/>
      </dsp:txXfrm>
    </dsp:sp>
    <dsp:sp modelId="{2C74ACB7-28DD-4B4B-B938-19D99E9451B6}">
      <dsp:nvSpPr>
        <dsp:cNvPr id="0" name=""/>
        <dsp:cNvSpPr/>
      </dsp:nvSpPr>
      <dsp:spPr>
        <a:xfrm rot="5400000">
          <a:off x="4948303" y="-3878961"/>
          <a:ext cx="992292" cy="87516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Amishi Sharma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Roll No - 2200291520031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Branch – CSE(AI)</a:t>
          </a:r>
        </a:p>
      </dsp:txBody>
      <dsp:txXfrm rot="-5400000">
        <a:off x="1068623" y="49159"/>
        <a:ext cx="8703212" cy="895412"/>
      </dsp:txXfrm>
    </dsp:sp>
    <dsp:sp modelId="{ABEA693F-0CDC-4946-9E54-C3D3C66885FB}">
      <dsp:nvSpPr>
        <dsp:cNvPr id="0" name=""/>
        <dsp:cNvSpPr/>
      </dsp:nvSpPr>
      <dsp:spPr>
        <a:xfrm rot="5400000">
          <a:off x="-228990" y="1561188"/>
          <a:ext cx="1526604" cy="10686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Member 1</a:t>
          </a:r>
        </a:p>
      </dsp:txBody>
      <dsp:txXfrm rot="-5400000">
        <a:off x="1" y="1866510"/>
        <a:ext cx="1068623" cy="457981"/>
      </dsp:txXfrm>
    </dsp:sp>
    <dsp:sp modelId="{1B37FEF3-5B50-478E-B63E-D43E920BB25F}">
      <dsp:nvSpPr>
        <dsp:cNvPr id="0" name=""/>
        <dsp:cNvSpPr/>
      </dsp:nvSpPr>
      <dsp:spPr>
        <a:xfrm rot="5400000">
          <a:off x="4948303" y="-2547482"/>
          <a:ext cx="992292" cy="87516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Amishi Gupta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Roll No – 2200291520030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Branch – CSE(AI)</a:t>
          </a:r>
        </a:p>
      </dsp:txBody>
      <dsp:txXfrm rot="-5400000">
        <a:off x="1068623" y="1380638"/>
        <a:ext cx="8703212" cy="895412"/>
      </dsp:txXfrm>
    </dsp:sp>
    <dsp:sp modelId="{B6968969-E45A-426D-BC7F-1982D1BD1921}">
      <dsp:nvSpPr>
        <dsp:cNvPr id="0" name=""/>
        <dsp:cNvSpPr/>
      </dsp:nvSpPr>
      <dsp:spPr>
        <a:xfrm rot="5400000">
          <a:off x="-228990" y="2892667"/>
          <a:ext cx="1526604" cy="10686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Member 2</a:t>
          </a:r>
        </a:p>
      </dsp:txBody>
      <dsp:txXfrm rot="-5400000">
        <a:off x="1" y="3197989"/>
        <a:ext cx="1068623" cy="457981"/>
      </dsp:txXfrm>
    </dsp:sp>
    <dsp:sp modelId="{140B22C1-F07C-45B6-8D3D-E031157738EB}">
      <dsp:nvSpPr>
        <dsp:cNvPr id="0" name=""/>
        <dsp:cNvSpPr/>
      </dsp:nvSpPr>
      <dsp:spPr>
        <a:xfrm rot="5400000">
          <a:off x="4948303" y="-1216003"/>
          <a:ext cx="992292" cy="87516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Cherry Garg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Roll No – 2200291520064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Branch – CSE(AI)</a:t>
          </a:r>
        </a:p>
      </dsp:txBody>
      <dsp:txXfrm rot="-5400000">
        <a:off x="1068623" y="2712117"/>
        <a:ext cx="8703212" cy="895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pPr/>
              <a:t>5/14/2025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pPr/>
              <a:t>5/14/2025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.png"/><Relationship Id="rId21" Type="http://schemas.microsoft.com/office/2007/relationships/diagramDrawing" Target="../diagrams/drawing4.xml"/><Relationship Id="rId34" Type="http://schemas.openxmlformats.org/officeDocument/2006/relationships/image" Target="../media/image12.jpeg"/><Relationship Id="rId42" Type="http://schemas.openxmlformats.org/officeDocument/2006/relationships/image" Target="../media/image16.png"/><Relationship Id="rId47" Type="http://schemas.openxmlformats.org/officeDocument/2006/relationships/hyperlink" Target="https://en.wikiversity.org/wiki/Python" TargetMode="External"/><Relationship Id="rId50" Type="http://schemas.openxmlformats.org/officeDocument/2006/relationships/image" Target="../media/image20.png"/><Relationship Id="rId55" Type="http://schemas.openxmlformats.org/officeDocument/2006/relationships/hyperlink" Target="https://binfalse.de/page7/" TargetMode="External"/><Relationship Id="rId63" Type="http://schemas.openxmlformats.org/officeDocument/2006/relationships/hyperlink" Target="https://about.gitlab.com/solutions/aws/" TargetMode="Externa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9" Type="http://schemas.openxmlformats.org/officeDocument/2006/relationships/hyperlink" Target="https://nodejs.libhunt.com/axios-alternatives" TargetMode="External"/><Relationship Id="rId11" Type="http://schemas.microsoft.com/office/2007/relationships/diagramDrawing" Target="../diagrams/drawing2.xml"/><Relationship Id="rId24" Type="http://schemas.openxmlformats.org/officeDocument/2006/relationships/image" Target="../media/image7.png"/><Relationship Id="rId32" Type="http://schemas.openxmlformats.org/officeDocument/2006/relationships/image" Target="../media/image11.png"/><Relationship Id="rId37" Type="http://schemas.openxmlformats.org/officeDocument/2006/relationships/hyperlink" Target="https://akcdev.blogspot.com/2017/" TargetMode="External"/><Relationship Id="rId40" Type="http://schemas.openxmlformats.org/officeDocument/2006/relationships/image" Target="../media/image15.png"/><Relationship Id="rId45" Type="http://schemas.openxmlformats.org/officeDocument/2006/relationships/hyperlink" Target="https://damiandeluca.com.ar/que-es-flask" TargetMode="External"/><Relationship Id="rId53" Type="http://schemas.openxmlformats.org/officeDocument/2006/relationships/hyperlink" Target="https://goodsgoods.tistory.com/537" TargetMode="External"/><Relationship Id="rId58" Type="http://schemas.openxmlformats.org/officeDocument/2006/relationships/image" Target="../media/image24.png"/><Relationship Id="rId66" Type="http://schemas.openxmlformats.org/officeDocument/2006/relationships/image" Target="../media/image28.jpeg"/><Relationship Id="rId5" Type="http://schemas.openxmlformats.org/officeDocument/2006/relationships/diagramColors" Target="../diagrams/colors1.xml"/><Relationship Id="rId61" Type="http://schemas.openxmlformats.org/officeDocument/2006/relationships/hyperlink" Target="https://www.hackplayers.com/2017/09/atacando-al-atacante-rce-en-burp-suite.html" TargetMode="External"/><Relationship Id="rId1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3.xml"/><Relationship Id="rId22" Type="http://schemas.openxmlformats.org/officeDocument/2006/relationships/image" Target="../media/image6.png"/><Relationship Id="rId27" Type="http://schemas.openxmlformats.org/officeDocument/2006/relationships/hyperlink" Target="https://getbootstrap.com.br/" TargetMode="External"/><Relationship Id="rId30" Type="http://schemas.openxmlformats.org/officeDocument/2006/relationships/image" Target="../media/image10.png"/><Relationship Id="rId35" Type="http://schemas.openxmlformats.org/officeDocument/2006/relationships/hyperlink" Target="https://co-ding-tree.tistory.com/97" TargetMode="External"/><Relationship Id="rId43" Type="http://schemas.openxmlformats.org/officeDocument/2006/relationships/hyperlink" Target="https://ru.wikipedia.org/wiki/Apache_Kafka" TargetMode="External"/><Relationship Id="rId48" Type="http://schemas.openxmlformats.org/officeDocument/2006/relationships/image" Target="../media/image19.png"/><Relationship Id="rId56" Type="http://schemas.openxmlformats.org/officeDocument/2006/relationships/image" Target="../media/image23.png"/><Relationship Id="rId64" Type="http://schemas.openxmlformats.org/officeDocument/2006/relationships/image" Target="../media/image27.png"/><Relationship Id="rId8" Type="http://schemas.openxmlformats.org/officeDocument/2006/relationships/diagramLayout" Target="../diagrams/layout2.xml"/><Relationship Id="rId51" Type="http://schemas.openxmlformats.org/officeDocument/2006/relationships/hyperlink" Target="https://leninmhs.com/redis-tu-base-de-datos-libre-en-memoria/" TargetMode="External"/><Relationship Id="rId3" Type="http://schemas.openxmlformats.org/officeDocument/2006/relationships/diagramLayout" Target="../diagrams/layout1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hyperlink" Target="https://elblogdepicodev.blogspot.com/2012/11/como-crear-y-usar-sprites-en-paginas.html" TargetMode="External"/><Relationship Id="rId33" Type="http://schemas.openxmlformats.org/officeDocument/2006/relationships/hyperlink" Target="https://hijjoy.tistory.com/42" TargetMode="External"/><Relationship Id="rId38" Type="http://schemas.openxmlformats.org/officeDocument/2006/relationships/image" Target="../media/image14.png"/><Relationship Id="rId46" Type="http://schemas.openxmlformats.org/officeDocument/2006/relationships/image" Target="../media/image18.png"/><Relationship Id="rId59" Type="http://schemas.openxmlformats.org/officeDocument/2006/relationships/hyperlink" Target="https://www.pngall.com/ssl-png/" TargetMode="External"/><Relationship Id="rId67" Type="http://schemas.openxmlformats.org/officeDocument/2006/relationships/hyperlink" Target="https://www.weithenn.org/2019/06/splunk-journey.html" TargetMode="External"/><Relationship Id="rId20" Type="http://schemas.openxmlformats.org/officeDocument/2006/relationships/diagramColors" Target="../diagrams/colors4.xml"/><Relationship Id="rId41" Type="http://schemas.openxmlformats.org/officeDocument/2006/relationships/hyperlink" Target="https://iconduck.com/icons/161597/database-mysql" TargetMode="External"/><Relationship Id="rId54" Type="http://schemas.openxmlformats.org/officeDocument/2006/relationships/image" Target="../media/image22.png"/><Relationship Id="rId6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5" Type="http://schemas.openxmlformats.org/officeDocument/2006/relationships/diagramColors" Target="../diagrams/colors3.xml"/><Relationship Id="rId23" Type="http://schemas.openxmlformats.org/officeDocument/2006/relationships/hyperlink" Target="https://damiandeluca.com.ar/5-caracteristicas-de-react-que-deberias-conocer" TargetMode="External"/><Relationship Id="rId28" Type="http://schemas.openxmlformats.org/officeDocument/2006/relationships/image" Target="../media/image9.png"/><Relationship Id="rId36" Type="http://schemas.openxmlformats.org/officeDocument/2006/relationships/image" Target="../media/image13.png"/><Relationship Id="rId49" Type="http://schemas.openxmlformats.org/officeDocument/2006/relationships/hyperlink" Target="https://commons.wikimedia.org/wiki/File:Tensorflow_logo.svg" TargetMode="External"/><Relationship Id="rId57" Type="http://schemas.openxmlformats.org/officeDocument/2006/relationships/hyperlink" Target="https://www.marcus-povey.co.uk/2020/03/30/openid-connect-support-for-known-oauth-client/" TargetMode="External"/><Relationship Id="rId10" Type="http://schemas.openxmlformats.org/officeDocument/2006/relationships/diagramColors" Target="../diagrams/colors2.xml"/><Relationship Id="rId31" Type="http://schemas.openxmlformats.org/officeDocument/2006/relationships/hyperlink" Target="https://react.libhunt.com/formik-alternatives" TargetMode="External"/><Relationship Id="rId44" Type="http://schemas.openxmlformats.org/officeDocument/2006/relationships/image" Target="../media/image17.jpeg"/><Relationship Id="rId52" Type="http://schemas.openxmlformats.org/officeDocument/2006/relationships/image" Target="../media/image21.png"/><Relationship Id="rId60" Type="http://schemas.openxmlformats.org/officeDocument/2006/relationships/image" Target="../media/image25.png"/><Relationship Id="rId65" Type="http://schemas.openxmlformats.org/officeDocument/2006/relationships/hyperlink" Target="https://nitayneeman.com/posts/how-to-solve-index-file-exists-error-in-git-submodules/" TargetMode="Externa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9" Type="http://schemas.openxmlformats.org/officeDocument/2006/relationships/hyperlink" Target="https://labmate-dev.tistory.com/10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79412" y="228600"/>
            <a:ext cx="6400799" cy="61721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i="1" dirty="0" err="1"/>
              <a:t>VeriSafe</a:t>
            </a:r>
            <a:r>
              <a:rPr lang="en-US" sz="2800" b="1" dirty="0"/>
              <a:t>: </a:t>
            </a:r>
            <a:r>
              <a:rPr lang="en-US" sz="28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Al-powered Fraud Detection System.</a:t>
            </a:r>
            <a:endParaRPr lang="en-US" b="1" dirty="0"/>
          </a:p>
          <a:p>
            <a:pPr marL="0" indent="0" algn="just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Build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ing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 platform that analyzes financial transactions in real-time to detect potential fraud. The frontend could be a dashboard for users to monitor their accounts and view flagged transactions, while the backend handles data processing and ML-based fraud detection.</a:t>
            </a:r>
            <a:endParaRPr lang="en-US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B8CEC0-4867-4ADE-B248-A881EF888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1" y="1333499"/>
            <a:ext cx="4800600" cy="419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AA5A-9D55-49DB-BD95-243240B0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12" y="268313"/>
            <a:ext cx="9144001" cy="533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      Technical Approach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E949140-76E2-45BA-A290-1AD3EE500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718543"/>
              </p:ext>
            </p:extLst>
          </p:nvPr>
        </p:nvGraphicFramePr>
        <p:xfrm>
          <a:off x="397218" y="793130"/>
          <a:ext cx="5945588" cy="3676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FF0A1B5-A113-1951-7E45-32BF0A939E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627414"/>
              </p:ext>
            </p:extLst>
          </p:nvPr>
        </p:nvGraphicFramePr>
        <p:xfrm>
          <a:off x="4772443" y="2806295"/>
          <a:ext cx="6019800" cy="366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9F1C1F6-281C-BC03-E312-5BF8F977A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703679"/>
              </p:ext>
            </p:extLst>
          </p:nvPr>
        </p:nvGraphicFramePr>
        <p:xfrm>
          <a:off x="2481298" y="2841124"/>
          <a:ext cx="6019800" cy="366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BE41A31-596B-AAD9-3807-CBDA68D21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22109"/>
              </p:ext>
            </p:extLst>
          </p:nvPr>
        </p:nvGraphicFramePr>
        <p:xfrm>
          <a:off x="7033097" y="885216"/>
          <a:ext cx="5791200" cy="3586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CCB4195-B183-FD3E-A726-90B13E6E114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3"/>
              </a:ext>
            </a:extLst>
          </a:blip>
          <a:stretch>
            <a:fillRect/>
          </a:stretch>
        </p:blipFill>
        <p:spPr>
          <a:xfrm>
            <a:off x="1465478" y="3040071"/>
            <a:ext cx="875868" cy="7778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B5B674D-2491-FDC1-E706-85FCB742F75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2513012" y="2971800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A6D537-AB50-4D7F-76B5-8CA90C2A0513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7"/>
              </a:ext>
            </a:extLst>
          </a:blip>
          <a:stretch>
            <a:fillRect/>
          </a:stretch>
        </p:blipFill>
        <p:spPr>
          <a:xfrm>
            <a:off x="2043364" y="2145832"/>
            <a:ext cx="875868" cy="7355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E260A5-909C-7407-CA05-8CBDA7DDC7F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9"/>
              </a:ext>
            </a:extLst>
          </a:blip>
          <a:stretch>
            <a:fillRect/>
          </a:stretch>
        </p:blipFill>
        <p:spPr>
          <a:xfrm>
            <a:off x="2947620" y="1868643"/>
            <a:ext cx="1199595" cy="119959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A7ED2D0-355A-3321-C423-D7699F514F3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tretch>
            <a:fillRect/>
          </a:stretch>
        </p:blipFill>
        <p:spPr>
          <a:xfrm>
            <a:off x="1535616" y="1181009"/>
            <a:ext cx="687634" cy="6876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63F518C-6EC7-D57B-C818-367F22B19B75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3"/>
              </a:ext>
            </a:extLst>
          </a:blip>
          <a:stretch>
            <a:fillRect/>
          </a:stretch>
        </p:blipFill>
        <p:spPr>
          <a:xfrm>
            <a:off x="2603802" y="1211893"/>
            <a:ext cx="687635" cy="6876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A089AF6-D50C-B63D-C6E3-360C3991D41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5"/>
              </a:ext>
            </a:extLst>
          </a:blip>
          <a:srcRect l="35934" t="16667" r="35233" b="19640"/>
          <a:stretch/>
        </p:blipFill>
        <p:spPr>
          <a:xfrm>
            <a:off x="4950555" y="3260935"/>
            <a:ext cx="508362" cy="63167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64AE548-DDBC-86E5-E6A1-2BAF1B0A594F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7"/>
              </a:ext>
            </a:extLst>
          </a:blip>
          <a:stretch>
            <a:fillRect/>
          </a:stretch>
        </p:blipFill>
        <p:spPr>
          <a:xfrm>
            <a:off x="3779945" y="3256363"/>
            <a:ext cx="533400" cy="533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C76AFF3-61E8-7591-CD75-15AE3E7C6A78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9"/>
              </a:ext>
            </a:extLst>
          </a:blip>
          <a:stretch>
            <a:fillRect/>
          </a:stretch>
        </p:blipFill>
        <p:spPr>
          <a:xfrm>
            <a:off x="4272498" y="4222697"/>
            <a:ext cx="609630" cy="60963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849003F-B631-85A4-6450-3A2D1026958A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1"/>
              </a:ext>
            </a:extLst>
          </a:blip>
          <a:stretch>
            <a:fillRect/>
          </a:stretch>
        </p:blipFill>
        <p:spPr>
          <a:xfrm>
            <a:off x="4758173" y="5075751"/>
            <a:ext cx="756727" cy="79313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86554AF-CD8A-7AC8-5017-CA99789A55FB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3"/>
              </a:ext>
            </a:extLst>
          </a:blip>
          <a:stretch>
            <a:fillRect/>
          </a:stretch>
        </p:blipFill>
        <p:spPr>
          <a:xfrm>
            <a:off x="5554151" y="4054869"/>
            <a:ext cx="508362" cy="82566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074D157-5DBF-719C-FFB6-CD288D118F5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5"/>
              </a:ext>
            </a:extLst>
          </a:blip>
          <a:stretch>
            <a:fillRect/>
          </a:stretch>
        </p:blipFill>
        <p:spPr>
          <a:xfrm>
            <a:off x="6056241" y="5193080"/>
            <a:ext cx="573130" cy="57313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EE710DB-04DB-73B7-FF5A-0472C5A8165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7"/>
              </a:ext>
            </a:extLst>
          </a:blip>
          <a:stretch>
            <a:fillRect/>
          </a:stretch>
        </p:blipFill>
        <p:spPr>
          <a:xfrm>
            <a:off x="5822351" y="2993899"/>
            <a:ext cx="994133" cy="99413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2CB6862-631E-42EC-9814-00A06C13E1FA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9"/>
              </a:ext>
            </a:extLst>
          </a:blip>
          <a:stretch>
            <a:fillRect/>
          </a:stretch>
        </p:blipFill>
        <p:spPr>
          <a:xfrm>
            <a:off x="6528495" y="4083571"/>
            <a:ext cx="690950" cy="74104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AFD78CF-7257-1363-8A91-FE8406DF39E3}"/>
              </a:ext>
            </a:extLst>
          </p:cNvPr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1"/>
              </a:ext>
            </a:extLst>
          </a:blip>
          <a:stretch>
            <a:fillRect/>
          </a:stretch>
        </p:blipFill>
        <p:spPr>
          <a:xfrm>
            <a:off x="6935303" y="4895179"/>
            <a:ext cx="994133" cy="83920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DE9CD18-F935-D234-9F79-CBA8EDF2332F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3"/>
              </a:ext>
            </a:extLst>
          </a:blip>
          <a:stretch>
            <a:fillRect/>
          </a:stretch>
        </p:blipFill>
        <p:spPr>
          <a:xfrm>
            <a:off x="7036099" y="3313865"/>
            <a:ext cx="837023" cy="45644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66A0D86-3CEA-AAC3-6BEC-034A16DB2964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5"/>
              </a:ext>
            </a:extLst>
          </a:blip>
          <a:stretch>
            <a:fillRect/>
          </a:stretch>
        </p:blipFill>
        <p:spPr>
          <a:xfrm>
            <a:off x="7562049" y="4167848"/>
            <a:ext cx="864837" cy="55112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F152C4F-AC84-C5D6-E880-8B88F9D76121}"/>
              </a:ext>
            </a:extLst>
          </p:cNvPr>
          <p:cNvPicPr>
            <a:picLocks noChangeAspect="1"/>
          </p:cNvPicPr>
          <p:nvPr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7"/>
              </a:ext>
            </a:extLst>
          </a:blip>
          <a:stretch>
            <a:fillRect/>
          </a:stretch>
        </p:blipFill>
        <p:spPr>
          <a:xfrm>
            <a:off x="8226170" y="1255638"/>
            <a:ext cx="646440" cy="64389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09CE201-CEF4-251E-6258-74BADA04DAD0}"/>
              </a:ext>
            </a:extLst>
          </p:cNvPr>
          <p:cNvPicPr>
            <a:picLocks noChangeAspect="1"/>
          </p:cNvPicPr>
          <p:nvPr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9"/>
              </a:ext>
            </a:extLst>
          </a:blip>
          <a:stretch>
            <a:fillRect/>
          </a:stretch>
        </p:blipFill>
        <p:spPr>
          <a:xfrm>
            <a:off x="9273620" y="1242195"/>
            <a:ext cx="657333" cy="6573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8C60DFF-BC5E-30DD-106F-86CC7AB3D0FA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1"/>
              </a:ext>
            </a:extLst>
          </a:blip>
          <a:stretch>
            <a:fillRect/>
          </a:stretch>
        </p:blipFill>
        <p:spPr>
          <a:xfrm>
            <a:off x="8728604" y="2256507"/>
            <a:ext cx="657333" cy="65733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2B2CD36-78A8-F92D-50C4-7927CA40A145}"/>
              </a:ext>
            </a:extLst>
          </p:cNvPr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3"/>
              </a:ext>
            </a:extLst>
          </a:blip>
          <a:stretch>
            <a:fillRect/>
          </a:stretch>
        </p:blipFill>
        <p:spPr>
          <a:xfrm>
            <a:off x="9640338" y="2269785"/>
            <a:ext cx="1010246" cy="604632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B74CABC-42DB-81A7-FD75-3C742B7E9234}"/>
              </a:ext>
            </a:extLst>
          </p:cNvPr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5"/>
              </a:ext>
            </a:extLst>
          </a:blip>
          <a:stretch>
            <a:fillRect/>
          </a:stretch>
        </p:blipFill>
        <p:spPr>
          <a:xfrm>
            <a:off x="8289807" y="3177952"/>
            <a:ext cx="626025" cy="6260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F957D94-32AF-CB50-1072-B7907B40FFFB}"/>
              </a:ext>
            </a:extLst>
          </p:cNvPr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7"/>
              </a:ext>
            </a:extLst>
          </a:blip>
          <a:stretch>
            <a:fillRect/>
          </a:stretch>
        </p:blipFill>
        <p:spPr>
          <a:xfrm>
            <a:off x="9305898" y="3151615"/>
            <a:ext cx="626025" cy="626025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387936A8-CB93-DAA6-0304-A5F4331AFD64}"/>
              </a:ext>
            </a:extLst>
          </p:cNvPr>
          <p:cNvSpPr txBox="1"/>
          <p:nvPr/>
        </p:nvSpPr>
        <p:spPr>
          <a:xfrm>
            <a:off x="6342806" y="2040387"/>
            <a:ext cx="2010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CYBERSECURITY AND MONITORING</a:t>
            </a:r>
            <a:endParaRPr lang="en-IN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2016BB-0569-CB3B-3E7A-D7E2388C8B9B}"/>
              </a:ext>
            </a:extLst>
          </p:cNvPr>
          <p:cNvSpPr txBox="1"/>
          <p:nvPr/>
        </p:nvSpPr>
        <p:spPr>
          <a:xfrm>
            <a:off x="2018242" y="4135168"/>
            <a:ext cx="1987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BACKEND</a:t>
            </a:r>
          </a:p>
          <a:p>
            <a:pPr algn="r"/>
            <a:r>
              <a:rPr lang="en-US" b="1" dirty="0"/>
              <a:t>&amp; </a:t>
            </a:r>
          </a:p>
          <a:p>
            <a:pPr algn="r"/>
            <a:r>
              <a:rPr lang="en-US" b="1" dirty="0"/>
              <a:t>DATABASE SETUP</a:t>
            </a:r>
            <a:endParaRPr lang="en-IN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9B0CE3-E44D-E457-42ED-954542018B08}"/>
              </a:ext>
            </a:extLst>
          </p:cNvPr>
          <p:cNvSpPr txBox="1"/>
          <p:nvPr/>
        </p:nvSpPr>
        <p:spPr>
          <a:xfrm>
            <a:off x="8094630" y="4984790"/>
            <a:ext cx="1987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MACHINE LEARNING </a:t>
            </a:r>
          </a:p>
          <a:p>
            <a:pPr algn="just"/>
            <a:r>
              <a:rPr lang="en-US" b="1" dirty="0"/>
              <a:t>&amp; DEPLOYMENT</a:t>
            </a:r>
            <a:endParaRPr lang="en-IN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8C3956B-32AE-CDF8-1F0C-C3C3241A3759}"/>
              </a:ext>
            </a:extLst>
          </p:cNvPr>
          <p:cNvSpPr txBox="1"/>
          <p:nvPr/>
        </p:nvSpPr>
        <p:spPr>
          <a:xfrm>
            <a:off x="3515464" y="1050045"/>
            <a:ext cx="1595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USER </a:t>
            </a:r>
          </a:p>
          <a:p>
            <a:pPr algn="just"/>
            <a:r>
              <a:rPr lang="en-US" b="1" dirty="0"/>
              <a:t>INTERFACE</a:t>
            </a:r>
          </a:p>
          <a:p>
            <a:pPr algn="just"/>
            <a:r>
              <a:rPr lang="en-US" b="1" dirty="0"/>
              <a:t>(FRONTEND)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6362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9412" y="304800"/>
            <a:ext cx="3657600" cy="9144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Diagramatic</a:t>
            </a:r>
            <a:r>
              <a:rPr lang="en-US" dirty="0"/>
              <a:t> Representation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0415" y="1523999"/>
            <a:ext cx="11064197" cy="403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A5D8DF7-D74E-8613-E891-DB727EED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57200"/>
            <a:ext cx="9144001" cy="609600"/>
          </a:xfrm>
        </p:spPr>
        <p:txBody>
          <a:bodyPr/>
          <a:lstStyle/>
          <a:p>
            <a:r>
              <a:rPr lang="en-US" b="1" i="1" dirty="0"/>
              <a:t>SRS DIAGRAM</a:t>
            </a:r>
            <a:endParaRPr lang="en-IN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4203E-42F6-27BD-D323-11D59F806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" y="1219200"/>
            <a:ext cx="4724400" cy="5125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725276-48CB-57FB-4531-A97B1515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412" y="1219200"/>
            <a:ext cx="4925102" cy="510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6755-EB62-2A8F-1E05-4C960E28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836" y="152400"/>
            <a:ext cx="9144001" cy="1371600"/>
          </a:xfrm>
        </p:spPr>
        <p:txBody>
          <a:bodyPr/>
          <a:lstStyle/>
          <a:p>
            <a:r>
              <a:rPr lang="en-IN" dirty="0"/>
              <a:t>Evaluation and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7B87-51AC-062C-C0FD-68218C268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248" y="1828800"/>
            <a:ext cx="9134391" cy="4114801"/>
          </a:xfrm>
        </p:spPr>
        <p:txBody>
          <a:bodyPr/>
          <a:lstStyle/>
          <a:p>
            <a:r>
              <a:rPr lang="en-US" dirty="0"/>
              <a:t>Accuracy: ~99%</a:t>
            </a:r>
          </a:p>
          <a:p>
            <a:r>
              <a:rPr lang="en-US" dirty="0"/>
              <a:t>Precision: ~0.80</a:t>
            </a:r>
          </a:p>
          <a:p>
            <a:r>
              <a:rPr lang="en-US" dirty="0"/>
              <a:t>Recall: ~0.72</a:t>
            </a:r>
          </a:p>
          <a:p>
            <a:r>
              <a:rPr lang="en-US" dirty="0"/>
              <a:t>F1-Score: ~0.76</a:t>
            </a:r>
          </a:p>
          <a:p>
            <a:r>
              <a:rPr lang="en-US" dirty="0"/>
              <a:t>Time-based analysis: higher frauds in early morning.</a:t>
            </a:r>
          </a:p>
          <a:p>
            <a:r>
              <a:rPr lang="en-US" dirty="0"/>
              <a:t>False negatives mostly involved small transaction amounts.</a:t>
            </a:r>
          </a:p>
        </p:txBody>
      </p:sp>
    </p:spTree>
    <p:extLst>
      <p:ext uri="{BB962C8B-B14F-4D97-AF65-F5344CB8AC3E}">
        <p14:creationId xmlns:p14="http://schemas.microsoft.com/office/powerpoint/2010/main" val="304065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2166-0F69-2E90-F442-077FCB06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58C037-3CFA-5EF5-FD54-94234D044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2" y="2133600"/>
            <a:ext cx="4705230" cy="345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27DA0-9DBB-297E-39B8-E35E542D8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2" y="2097505"/>
            <a:ext cx="5040844" cy="349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655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762000"/>
          </a:xfrm>
        </p:spPr>
        <p:txBody>
          <a:bodyPr/>
          <a:lstStyle/>
          <a:p>
            <a:r>
              <a:rPr lang="en-US" dirty="0"/>
              <a:t>Sustainable Development 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413" y="1371601"/>
            <a:ext cx="9134391" cy="4648200"/>
          </a:xfrm>
        </p:spPr>
        <p:txBody>
          <a:bodyPr/>
          <a:lstStyle/>
          <a:p>
            <a:r>
              <a:rPr lang="en-US" dirty="0"/>
              <a:t>Decent Work and Economic Growth: </a:t>
            </a:r>
            <a:r>
              <a:rPr lang="en-US" sz="2000" dirty="0"/>
              <a:t>By preventing fraud, our system helps ensure economic stability and protect businesses and consumers, promoting sustainable economic growth.</a:t>
            </a:r>
          </a:p>
          <a:p>
            <a:r>
              <a:rPr lang="en-US" dirty="0"/>
              <a:t>Reduced Inequality: </a:t>
            </a:r>
            <a:r>
              <a:rPr lang="en-US" sz="2000" dirty="0"/>
              <a:t>By protecting consumers from fraud our platform can help reduce financial disparities and promote equitable access to economic opportunities.</a:t>
            </a:r>
          </a:p>
          <a:p>
            <a:r>
              <a:rPr lang="en-US" dirty="0"/>
              <a:t>Industry, Innovation, and Infrastructure: </a:t>
            </a:r>
            <a:r>
              <a:rPr lang="en-US" sz="2000" dirty="0"/>
              <a:t>By implementing cutting-edge machine learning and AI techniques, our project contributes to technological advancement and innovation in the financial sector.</a:t>
            </a:r>
          </a:p>
          <a:p>
            <a:r>
              <a:rPr lang="en-US" dirty="0"/>
              <a:t>Responsible Consumption and Production: </a:t>
            </a:r>
            <a:r>
              <a:rPr lang="en-US" sz="2000" dirty="0"/>
              <a:t>Your project can educate users about secure financial practices and promote transparency, responsible use of resources related to financial transactions.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0F0B-CAC5-4662-A52D-4A2BCFEA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304800"/>
            <a:ext cx="9144001" cy="914400"/>
          </a:xfrm>
        </p:spPr>
        <p:txBody>
          <a:bodyPr/>
          <a:lstStyle/>
          <a:p>
            <a:r>
              <a:rPr lang="en-US" b="1" i="1" dirty="0"/>
              <a:t>Our Team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0D8E26D-956C-4DED-BBD5-DD330405C0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094710"/>
              </p:ext>
            </p:extLst>
          </p:nvPr>
        </p:nvGraphicFramePr>
        <p:xfrm>
          <a:off x="836613" y="1600200"/>
          <a:ext cx="9820276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68101BA-4DB1-FACB-4E59-4D89253D9732}"/>
              </a:ext>
            </a:extLst>
          </p:cNvPr>
          <p:cNvSpPr txBox="1"/>
          <p:nvPr/>
        </p:nvSpPr>
        <p:spPr>
          <a:xfrm>
            <a:off x="10056812" y="5562600"/>
            <a:ext cx="6093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THANKYOU~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26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1308</TotalTime>
  <Words>265</Words>
  <Application>Microsoft Office PowerPoint</Application>
  <PresentationFormat>Custom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Digital Blue Tunnel 16x9</vt:lpstr>
      <vt:lpstr>PowerPoint Presentation</vt:lpstr>
      <vt:lpstr>                       Technical Approach</vt:lpstr>
      <vt:lpstr>Diagramatic Representation</vt:lpstr>
      <vt:lpstr>SRS DIAGRAM</vt:lpstr>
      <vt:lpstr>Evaluation and Result</vt:lpstr>
      <vt:lpstr>Results</vt:lpstr>
      <vt:lpstr>Sustainable Development Goals </vt:lpstr>
      <vt:lpstr>Our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AMISHI SHARMA</dc:creator>
  <cp:lastModifiedBy>cherry garg</cp:lastModifiedBy>
  <cp:revision>43</cp:revision>
  <dcterms:created xsi:type="dcterms:W3CDTF">2024-09-29T05:16:43Z</dcterms:created>
  <dcterms:modified xsi:type="dcterms:W3CDTF">2025-05-14T06:21:21Z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